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ink/ink2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3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37"/>
  </p:notesMasterIdLst>
  <p:sldIdLst>
    <p:sldId id="308" r:id="rId3"/>
    <p:sldId id="261" r:id="rId4"/>
    <p:sldId id="312" r:id="rId5"/>
    <p:sldId id="331" r:id="rId6"/>
    <p:sldId id="333" r:id="rId7"/>
    <p:sldId id="334" r:id="rId8"/>
    <p:sldId id="314" r:id="rId9"/>
    <p:sldId id="258" r:id="rId10"/>
    <p:sldId id="285" r:id="rId11"/>
    <p:sldId id="286" r:id="rId12"/>
    <p:sldId id="313" r:id="rId13"/>
    <p:sldId id="287" r:id="rId14"/>
    <p:sldId id="332" r:id="rId15"/>
    <p:sldId id="288" r:id="rId16"/>
    <p:sldId id="293" r:id="rId17"/>
    <p:sldId id="315" r:id="rId18"/>
    <p:sldId id="278" r:id="rId19"/>
    <p:sldId id="291" r:id="rId20"/>
    <p:sldId id="292" r:id="rId21"/>
    <p:sldId id="317" r:id="rId22"/>
    <p:sldId id="318" r:id="rId23"/>
    <p:sldId id="319" r:id="rId24"/>
    <p:sldId id="316" r:id="rId25"/>
    <p:sldId id="320" r:id="rId26"/>
    <p:sldId id="321" r:id="rId27"/>
    <p:sldId id="322" r:id="rId28"/>
    <p:sldId id="323" r:id="rId29"/>
    <p:sldId id="324" r:id="rId30"/>
    <p:sldId id="325" r:id="rId31"/>
    <p:sldId id="326" r:id="rId32"/>
    <p:sldId id="327" r:id="rId33"/>
    <p:sldId id="328" r:id="rId34"/>
    <p:sldId id="329" r:id="rId35"/>
    <p:sldId id="33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7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5:59:42.062"/>
    </inkml:context>
    <inkml:brush xml:id="br0">
      <inkml:brushProperty name="height" value="0.053" units="cm"/>
      <inkml:brushProperty name="color" value="#FF0000"/>
    </inkml:brush>
  </inkml:definitions>
  <inkml:trace contextRef="#ctx0" brushRef="#br0">10963 6691 8085,'-10'0'201,"0"0"0,1 0 0,-6 0 0,1 0 171,0 0 0,4 0 0,0 0-236,-1 0 1,-2 0 0,-1 0 0,0 1 17,-1 4 1,6-3 0,-1 4 0,-1-1-42,-2 0 1,-1 6-1,-1-2-33,1 4 1,0 6 0,-1 0 0,2-1-82,4-2 1,-4 3-1,5 2 1,-2 0-52,1 0 0,4 4 0,-3-1 0,2 2 9,2-2 1,3 3 0,1-3 0,0 3-61,0 2 0,0 0 0,1-1 0,4 1 36,5 0 0,-2 6 0,0 2 0,0 1-6,0 1 1,1-7-1,6 3 1,-1 0-4,1 3 0,-6-3-1,1-1 1,1-4 25,2-1 0,1 0 0,1-2 0,-1-1 62,0-2 1,1-5-1,-1 3 1,0 1 0,2-3-5,4 1 1,-4 0 0,3-3-12,-3 1 1,-2-2-1,2-4 1,2-2-33,1 0 0,5 4 1,-3-9-1,-1 1-2,1-1 1,3 4 0,-3-6 0,0 0-8,0-3 1,3-1-1,-4 0 1,3 0-1,1 0 37,-2 0 0,4 0 1,-6 0-1,3 0 62,2 0 0,-4-1 0,-2-3-14,-3 0 1,4-3 0,-1 2 0,0-3-18,2 0 0,-5-4 1,3 4-1,-3-2 0,-2 1-13,1-3 1,-1 0 0,0-3-11,1 1 0,-1-1 0,1-1 0,-1-1 0,0-2-14,1 1 1,-1 2 0,-1 0 4,-4-3 0,4 3 0,-3-5 0,1 0 1,-1-3 1,2 2 0,-4-2 0,2-2 49,0-1 0,-2 3 1,1 2-1,-2-1 11,-1 1 0,-3 4 1,5-2-1,-1 1 15,-4-1 1,-2 1 0,-1 3 0,0-1-17,0-3 0,0-4 1,0 4-1,0-3-10,0-2 0,-1-3 0,-2 1 0,-4 2 20,-1 1 1,0 0-1,-3-5 1,1 0 34,-1 0 1,0 2 0,0 2 0,1 2 39,-1 3 0,-3-4 0,-4 4 0,-1 3-53,1 1 0,-3-3 0,1-1 1,-3 3-52,-2 1 0,-4 1 0,-3 1 1,-2 0 43,2-1 1,-3 1 0,2 1 0,1 2 26,1 1 0,3 7 0,-1-3 0,0 1-152,0 0 0,1 0 0,-1 5 1,0 0-87,0 0 0,0 5 1,1 2-1,0-1-78,5 0 0,-5 4 1,4-4-1,-3 1-1095,-2-1 1307,1-1 0,-8 1 0,0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5:59:42.075"/>
    </inkml:context>
    <inkml:brush xml:id="br0">
      <inkml:brushProperty name="height" value="0.053" units="cm"/>
      <inkml:brushProperty name="color" value="#FF0000"/>
    </inkml:brush>
  </inkml:definitions>
  <inkml:trace contextRef="#ctx0" brushRef="#br0">10459 11870 7388,'-5'-9'-525,"0"-1"0,-1 5 1542,1-4 0,4-1-430,-4-4 1,-2 4 0,3 1 342,0-3 0,1 4 1271,-2-1-66,4 6-1124,-12-4-601,11 7 1,-4 7-315,6 2 1,0-1-1,0 2-154,0 1 1,0-3 0,0 2-74,0 1 1,0 2 0,0 1 0,0 0 22,0 1 0,5-6 1,0 1 90,-2 1 1,-2 2-1,1 0 1,1-2-1,2-2-137,-2 3 0,0-1 63,2-2 0,-2 3 0,5-6 0,0 0 0,0 1 1,2-2 0,4-5 45,1 0 1,-1 0 0,1 0 43,-1 0 0,0 0 0,1 0 0,1 0 1,1-2 24,2-3 0,5 4 0,-1-6 0,1 2-4,1 1 0,11-6 0,-8 4 0,4-2-7,3-4 1,1 4 0,4 0-7,-2 2 1,-6-4 0,3 4 0,0 0-6,4-1 1,-4-2-1,-2 4 1,-2 2-1,-1-1-4,4 0 1,-4 2-1,4-3-14,-4 4 0,-1 1 0,0 0 0,1 0 0,2-2 0,1-3 1,3 4 0,-4-4-1,3 3 1,2 2 0,-1-5 1,3 1 10,-6 0 0,2 3 0,-1-1 0,0-1 13,1-2 0,-5 1 1,2 4-1,-5 1 16,-3 4 1,-5-2 0,4 5 0,-1 0 0,-1-2 22,0 1 0,-1 4 0,0-3-33,4 0 1,-2 3-1,0-4 1,1-1-1,-1 2 3,4 0 1,-1-3 0,1 3 0,-2 0-14,1 0 1,3-5-1,0 3-31,1 1 1,0-6-1,0 4 1,0-2-27,-1 2 0,1-3 0,0 3 0,0-4 1,-1-1-26,1 0 0,0 0 0,0 0 3,-1 0 0,1 0 0,0 2 0,0 1 0,0 2-8,-1-2 0,4-1 0,-1-2 1,-4 0 4,0 0 1,0 4-1,2 1 1,0-2-32,0-1 0,-2-2 0,-2 0 0,-1 0-89,2 0 1,6-2-1,1-1 85,-1-2 0,-1 1 1,-3 2-1,1-1 0,0-2-49,0 2 0,0 1 0,-1 2 0,1 0 192,0 0 1,0 0 0,-2 0-1,-2 0 77,-1 0 0,-1 0 0,2 0 0,-2 0 88,-2 0 0,-1 0 1,-2 0-1,1 0-6,-1 0 1,-1 5-1,2 0-113,5-2 1,-8-1 0,-1-2 0,-2 0 1,-1 0 1,3 0 0,-1 0 108,1 0 0,-6 0 1,1 0 103,1 0 0,-3 0-28,1 0 1,-4 0 232,5 0-407,-1 0 0,6 0-172,-1 0 1,-4 0 0,-2 1 31,-2 4 1,4-2 0,-4 5-1,2 0-22,3 0 0,-3 0 1,2 5-19,1 1 1,2-6 0,1 10-1,1-1 1,-1-1-47,0 0 1,1 4 0,-1-1 0,1-2 108,-1-1 0,0-1 1,1 1-1,-1 0-55,1-2 0,-6 4-3,1-9 0,-2-1 0,3 0 58,-1-1 0,-7-4 86,2-8 0,1-3 0,-1-6 0,-2-1 0,-1-1-49,-2-3 0,4 2 1,1-6-1,0 2 10,1 4 0,-3-4 0,5 0 0,-1 0-16,-4 1 0,3 0 0,1 6 0,-1 0-20,1-1 0,-1 1 1,-3 0-1,2-1-38,-2 1 1,0 4-90,2 1 1,-2 5-76,7 0 1,-5 2 163,4 2 0,-4 0 0,3 2 0,0 1 10,0 2 1,2 4 0,4-4 0,1 0 33,-1 1 0,0-3 0,2 5 47,3-1 1,-1-2-1,4-4 1,1 2 66,-1 2 0,2 0 0,5-3 0,0 1-76,-1 2 0,1-1 0,0-4 1,0 0-1,0 0 32,-1 0 1,6 5-1,0 0 1,-1-2 25,2-1 1,-4-2 0,2 0 0,-1 0-44,2 0 0,-4 1 0,4 3 1,-2 0-9,1 0 0,-2-3 1,4-1-1,-2 0-97,1 0 1,-1 0-1,-4 0 1,0 0-23,0 0 0,4 0 0,1 0 0,-2-1 41,-2-4 1,-1 3 0,0-3 0,0 2 15,-1-2 0,-4 4 0,0-4 0,2 2 36,1-2 1,0 3 0,-1-2 0,-2 2-8,1 2 0,-2-5 0,1 0 0,0 2-1,-2 2 1,0 1-1,-4 0 1,1 0-19,-1 0 0,3 0 0,-2 0 0,0 0 0,2 0 0,-5 0 1,5 1-1,-1 2-18,4 2 1,-1 2-1,-1-4 1,0 2 18,1-2 1,1 0 0,3 0 0,-1 2 33,-3-2 0,1-1 0,4-2-10,-4 0 1,8 5 0,-5-1 0,0 0-1,-1-3-56,-1-1 1,4 0-1,1 0 9,-1 0 0,3 5 1,-8 0-1,3-2 1,2-2-12,0-1 0,-1 5 0,1 0 0,0-2-20,0-1 0,1-2 0,2 0 0,2 1 121,-2 4 0,-2-3 0,-1 3 0,1-4-56,4-1 0,-4 0 0,4 0 1,-4 0 25,-1 0 0,1 0 0,1 0 2,-3 0 1,4 0-1,-8 0 1,2 0 0,-1 0 27,-1 0 0,-1 0 0,1-1 1,-5-3-17,-3 0 0,0-3 1,2 4-1,1-3 41,-2-2 1,-6 3 0,-1-3 0,1 0 214,2 0 0,-3-2-192,-1-4 0,-1 0 0,3-1 0,-3 1 0,0-1-1,0 1 0,-3 0 0,3-1 0,0-1-125,0-3 0,-3 3 1,3-3-1,0 3-73,0 2 1,-3-1 0,3 1-38,-2-1 0,1 1 0,-4 0 0,2-1-289,-2 1 0,3 4-753,-1 1 0,0 4-135,-5-5 1,-2 7 0,-3-2 1313,-4 4 0,-4 1 0,-1 0 0</inkml:trace>
  <inkml:trace contextRef="#ctx0" brushRef="#br0" timeOffset="1">13984 13108 6861,'0'-8'3174,"-7"1"1,6 6-1373,-4-4-994,-3 3-666,6-4 0,-4 7 0,6 6-187,0 7 0,0 1 1,0 5-1,0 1-262,0 3 1,5 3-1,1 4 1,2 1-77,3 1 1,2 7-1,2-1 1,-1 1 36,0-2 0,6 2 1,0-5-1,3 0 113,2 0 0,2-1 1,2-5-1,2-2 189,2-3 1,-1-3 0,6-7 0,1-1 90,-2-3 1,3 1-1,-5-6 1,0-2-1,0-2 0,3-1 0,-2 0 0,-1-1-6,0-4 1,3-3 0,-3-6-34,2-1 0,-5-4 0,2-2 0,-4 0 0,-1-1 51,0 0 1,-7 2-1,-3-4 1,-1-1 138,1-2 0,-3 1 1,2 1-1,-6-3 17,-2 3 0,-5 1 0,3-2 0,-2 2 75,-3-1 1,-1 2 0,-2 1 0,0 0 89,0-1 1,0 6-1,0-4-108,0 0 1,-5 5 0,0-3 0,1 3 0,-1 1-44,0 1 1,-5 0 0,4 1 0,0 2-220,-1 1 1,1 2-1,3-3 1,-2 1-206,2-1 0,-4 3 0,2-1-516,2-3 1,2 4-386,1-1 0,0 4 0,0-5-1044,0-1 2140,0 5 0,6-13 0,2 3 0</inkml:trace>
  <inkml:trace contextRef="#ctx0" brushRef="#br0" timeOffset="2">18976 12029 7677,'0'-10'-607,"2"2"60,2 2 1,-2-6 699,3 3 1,-4 1-1,-1-2 353,0-1 1,0 3-46,0-2 0,0 1 198,0-6 1,0 6-11,0-1 1,0 5 377,0-4-126,0 6-817,0-4 1,0 9 0,0 3-23,0 4 1,0 4-1,0 1 1,0 1-110,0-1 1,0 5 0,0 2 0,0 0-66,0 0 0,0 0 0,0-4 1,0 4 27,0 1 0,0-4 0,0 1 0,0-3-50,0-2 1,0 1-1,2-1 137,3 1 1,-2-7 0,7-4 65,1-2 0,-3-2 1,1 0-1,3-2-25,0-2 0,1 0 1,-2-4-1,-1 0-24,1 0 1,7 5 0,1-3 0,-2 1-20,-1 0 1,0-4 0,2 4-1,1 0 15,-1-1 1,3 4-1,-1-4 1,1 1 26,0 0 0,3 0 1,-3 4-1,1-3 3,4 0 1,-4-1 0,2 5-1,0 0 46,-2 0 1,6 0 0,-6 0-1,2 0-62,0 0 1,-5 0 0,5 0 0,0 0 20,-2 0 0,4 5 0,-5-1 1,1 0-5,4-3 1,-4-1 0,0 0 0,1 0-9,-1 0 1,-3 0 0,4 0 0,-1 0-6,1 0 0,-4 0 0,3 0 1,0 0-26,1 0 0,-6 0 1,4 0-1,-2 0-10,1 0 1,-1-5 0,-5 1 0,1 0-7,-1 3 0,0 1 0,1 0 0,-1 0 24,0 0 1,1 0 0,-1 0-9,1 0 0,-1 0 1,0 0-1,1 0-8,-1 0 1,1 0 0,-1 0 59,0 0 0,1 0 68,-1 0 1,-4 0 89,-1 0-134,1 0 1,-1 0 63,1 0-94,-7 0 0,5 0 0,-5 1-63,2 4 1,5-2-1,-4 5-10,2-1 1,-3-1-1,3-1 1,0 3-76,0 0 1,2 5 0,4-4 4,0 4 0,-1 2 0,-2-1 0,-1 0-12,1 1 1,0-6 0,1 1 0,-3 1 86,2 2 1,-3-3-4,2-1 185,-1 1-28,-1-2 1,0-2-1,-4-8-74,0-2 1,1-4 0,-3-7-100,3 1 0,-4 0 0,6-1 0,-3 1-3,1-1 0,5 1 1,-5 0-1,-1-1-95,3 1 1,-4 4 0,5 1 0,-2-3-4,-2 0 1,4-3-1,0 1 85,0-1 0,0 7 0,-5 2 25,2 0 0,4 3 36,-4-7 0,6 7 10,-1-2 0,-2 3 0,1 2 0,-4 0-10,5 0 0,-6 0 0,6 0 22,1 0 1,2 0 0,1 0 7,1 0 0,-1 0 0,1 0 0,-1 0-16,0 0 0,1 0 0,-1 0 0,2 0-14,3 0 0,-3 0 0,5 0 1,0 0 19,3 0 1,-2 0 0,2 0-1,2 0 14,1 0 0,0 0 0,0 0 0,-1 0-7,-1 0 0,6 0 0,-7 0 0,3-1-7,2-4 1,0 3 0,-1-2-1,1 2 26,0 2 1,-5 0 0,0 0-1,1 0-26,3 0 1,-4 0 0,-2 0 0,0 0-19,1 0 1,-1 0-1,2 0 1,-3 0-15,0 0 0,-4 0 0,6 0 1,-3 0-4,-2 0 0,-1 0 1,1 0-1,1 0-33,-1 0 0,-2 0 1,-2 0-1,1 0-50,-1 0 1,0 0-1,1 0 1,-1 0 44,1 0 0,-6 0 0,1 0 0,1 0-1,2 0 1,1 0-1,0 0 1,1 0-9,-1 0 0,1 0 0,-1 0 0,0 0 31,1 0 0,-1 0 0,1 0 0,-1 0 15,0 0 0,1 0 0,-1 0 12,1 0 1,-1 0 0,0 0 0,1 0 4,-1 0 0,0 0 0,1 0-150,-1 0 1,1 0-1,-1 0 22,0 0 1,1 0-1,-1 0 1,1 0 7,-1 0 1,0 0-1,1 0 1,-1 0-114,0 0 0,1 0 1,-1 0 110,1 0 0,-1 0 0,0 0 0,1 0 79,-1 0 1,-4 0 0,-1 0 54,3 0 0,0 0 0,3 0 6,-1 0 0,-1-2 1,-2-1-1,-1-2-31,1 2 1,-3 0-1,1 0 19,3-2 0,-4-5 0,0 4 62,-2-2 0,4 3 0,-4-4-14,2-3 0,-5 4 0,4 0 0,-3 0-30,1 0 1,5 4-1,-4-6 1,1-1 3,-1-2 1,0 3 0,-2 1 0,2-2-40,2-2 0,-5-1 0,4-1-233,-1 1 0,-4-1-581,2 1 0,-2 0-1411,-2-1 2222,0 7 0,6-5 0,2 5 0</inkml:trace>
  <inkml:trace contextRef="#ctx0" brushRef="#br0" timeOffset="3">20285 13021 6637,'15'-14'0,"-6"1"102,1 4 920,-7 2-55,3 7-296,-6 0 0,2 0 51,3 0 1,-2 0-528,7 0 1,-1 0-1,6 0 1,-1 0-91,0 0 0,1 0 1,-1 0-1,2 0-52,3 0 0,4 0 1,5 0-1,3 0-99,2 0 0,-1 0 0,5 0 1,0 0-45,0 0 1,1-5 0,5 1 0,0 0 104,0 3 1,1-1 0,-3-1 0,-1-2 40,-1 2 1,-3 1 0,4 1-1,-3-2 5,-2-2 1,-1 0 0,-5 5-1,-2 0-22,-3 0 0,1-2 0,-6-1 0,-1-2-6,-2 2 0,-2 2 0,-1-1 76,-3-3 23,3 4 20,-12-12-144,6 11 1,-9-3-60,-3 10 0,2 2 0,-5 4-60,2-2 1,-4 1 0,5 4-31,2 1 0,-3-6 0,1 1-167,2 1 1,1-3 0,2 2-500,0 1 1,-5-3-1282,0 2 530,1-7 1558,4 10 0,-7-5 0,-1 6 0</inkml:trace>
  <inkml:trace contextRef="#ctx0" brushRef="#br0" timeOffset="4">20444 13065 9362,'-8'-7'2407,"1"6"-1983,7-6 0,0 14-304,0 2 1,7-1 0,2 0 0,4 0-111,1 0 1,1-3 0,-1 4 0,0 1-193,1-2 0,1 5 1,1-4-1,4 3 3,2-3 0,-6 4 1,4-3-1,-2 2 59,0 3 0,0 4 0,-6 2 1,-2 0 32,-1-1 1,-7 6 0,2-1-1,-5 7 102,-5 7 0,-8 2 0,-9 3 0,-4 0-70,-4 4 0,-8 0 0,-1 7 0,-2-1-42,-2-5 1,4-2 0,3-4 0,-1-1 68,0-4 1,5 0 0,-2-7 0,6-4 54,4 0 1,-2-5 0,7 1 0,1-2 85,2-4 1,2-1 0,0-3 0,1-2 30,3-1 0,-1-5 0,5 3-109,-2-2 0,4 0-96,0-1 1,4-3 1,4 3 0,0-4 0,5-1 119,2 0 1,2 0-1,2-1 1,-1-3-22,0 0 0,6-1 1,0 5-1,3 0-70,2 0 1,2-5 0,2 0-1,0 0 25,0-1 1,6 4 0,3-4 0,4 0-13,1-4 0,0 2 1,0 0-1,2 0 27,3 0 0,-3 3 0,1-3 1,-4 2 3,-4 3 1,-4-4 0,2 2 0,0 2 29,-4 2 1,-2 1-1,-3 0 1,-1 0 4,-2 0 0,-7 0 1,2 0-1,-3 0-9,-1 0 0,-1 0 1,1 0-21,-1 0 0,-4 0 79,-1 0 1,-4 0 111,5 0-70,-7 0 0,3-2 43,-6-3 0,0-3-124,0-6 0,0-1 0,0 1 1,0 0-8,0-1 1,0 1 0,-1 0-1,-3-2-61,0-4 0,-6 4 0,4-3 0,-1 3-94,1 2 1,-4-2 0,4-2 0,-1-1-402,1 1 0,0 2 0,1 2-121,-5 0 1,4-1-1,-1 3 625,1 2 0,4-9 0,-4 3 0</inkml:trace>
  <inkml:trace contextRef="#ctx0" brushRef="#br0" timeOffset="5">23709 11813 6620,'-12'1'1954,"2"4"0,2-3-646,3 3-733,4-4 1,-6 1-78,7 3 1,0 3-459,0 6 0,0 0 0,0 1 1,0-1-102,0 0 1,0 2-1,2 2 1,1 1-112,2-1 0,1 3 1,-3-1-1,4 1-4,1 0 0,-3 3 0,4-5 0,1-1 128,-2-2 1,4-2 0,-2 0 0,3-1 90,1-3 0,1 1 1,-1-6-1,0 0 29,1 1 0,4-4 0,2 2 1,0-2-50,-1-2 1,6 0-1,-2 0 1,1 0-33,-1 0 0,4 0 0,-4 0 1,3 0-73,2 0 0,-1 0 0,1 0 0,0 0 62,0 0 1,-5 0-1,1 0 1,4 0-24,3 0 1,-3 0 0,-4 0-1,4 2 1,3 2 0,2-2 0,-6 3 0,1-4 22,0-1 1,0 5-1,1 0 1,2 0 57,2 1 1,1-4 0,-3 3-1,1-2 25,-1 2 0,3-4 0,-1 4 0,0-2-26,1 2 1,-5-3 0,5 2-1,-1-2-10,-1-2 1,3 2-1,-4 1 1,1 2-9,-1-2 0,-2 0 0,-1 0 0,0 2-34,0-2 0,0 0 0,-1 0 0,1 2 27,0-2 0,-5 1 0,-2-1 0,1 2 59,-1-2 1,0 0 0,2 0 0,-4 2-7,-4-2 0,3-1 0,0-2 0,0 1 6,2 4 0,-5-3 0,3 3 1,-3-4 31,-2-1 0,1 5 0,-1 0-53,1-2 0,-6 3 0,1-1 0,-1 0 2,-1 1 0,5-4-8,-3 3 0,3 3-30,1 1 0,-5-2 0,-1-1 1,0-1-14,0 0 1,-3 6-25,5-1 0,-1 1 0,4 0-38,-3-1 1,1-6-1,-5 4-32,2-1 1,-4-1-63,0-1 50,4-3 1,-4 4 85,5-6 0,-6-2 18,2-2 1,2-4 0,-3-7-1,1 1-44,2-1 0,-6 1 0,6 0 0,-3-1 0,1 1 1,5-2 0,-4-2 0,1-1-11,-1 1 1,5 2 0,-3 2-1,2 0-10,-1-1 0,-1 1 0,3 0 0,-1-1 29,1 1 1,-3 4-1,2 2 1,1 2 14,2 3 1,1-4 0,1 2-7,-1 2 0,0 2 1,1 1-1,-1 0-9,0 0 0,1 0 1,-1 0-1,1 0 45,-1 0 0,5 0 0,2 0 1,0 0 7,0 0 0,3 0 1,-4 0-1,3 0 37,2 0 1,-2 0 0,1 0 0,1 0 1,2 0 0,1 0 0,-3 0 0,-1 0 35,2 0 1,-1 0-1,2 0 1,-1 0-88,0 0 1,4 0 0,-8 0-1,2 0-16,0 0 0,0-2 0,3-1 0,-1-2-2,-2 2 0,-5 1 0,4 2 0,-1 0-9,0 0 0,-4 0 0,1 0 0,-1 0 23,1 0 1,-3 0 0,3 0 0,-1 0 37,1 0 0,-3 0 1,5 0-1,-2 0 23,0 0 0,0 0 0,-3 0 0,2 0-10,1 0 0,5 0 0,-3 0 0,-1 0-35,1 0 1,3-5 0,-3 1 0,0 0-17,0 3 0,-1-4 1,-2 0-1,1 0 8,-1-1 0,-1 4 0,1-4 1,1 1 11,-1 0 0,-2 1 1,0 4-1,1-2-13,2-3 0,1 4 0,-5-6 0,3 2 25,1 1 0,5-3 1,-5 4-1,-1-3 23,-2-2 0,0 4 1,2-2-1,1 0 2,-2-4 0,-1 2 0,-1 0 0,-1 0-22,0 0 0,-4-1 0,0-4 0,-1 2 23,-1 1 1,0 2-1,-5-3 1,2 1 60,-2-1 0,1-2 0,-1-1 1,2-1-4,-2 1 0,-2 0 0,-1-1 0,0 1-58,0 0 1,-4-1 0,-3 1-183,-1-1 1,3 3 0,-3 0-1,0 3-141,0-2 0,5 3 1,-3 0-1,1 0-409,0 0 0,-4 3 0,4-5-638,2-1 1,-1 3-1064,0-2 2374,2 7 0,-11-3 0,5 6 0</inkml:trace>
  <inkml:trace contextRef="#ctx0" brushRef="#br0" timeOffset="6">25436 13280 7646,'9'0'-368,"1"0"2225,0 0-1083,4 0 1,0 0-397,1 0 0,-6 0 1,-1 2-191,-1 3 0,4 3 0,-3 6 0,1 0-44,1 1 1,-2 4-1,3 2 1,-1 1-71,1 4 0,3 6 1,4 5-1,3 1-238,1 2 0,-3 5 1,4-7-1,-3 2 7,-2-2 1,3 2 0,-2-6 0,-1-4 81,-2-4 0,-2 1 0,-1-5 0,-2 2-23,-1 0 0,-2-6 0,3 1 0,-3-3 12,-2-1 1,5-1 65,-1 0 0,-2-6 139,1-3 1,-4-3 0,3-4 46,-1-3 1,2 2-1,-2-7 1,-1-2-22,0-6 0,6 1 1,-3-7-1,4-2-86,1-1 1,-2-2 0,0-1 0,4-2-103,0-2 0,2-6 0,-1 2 0,3-2-101,-3 1 1,4-5 0,0 2 0,0 1 25,-1-1 1,4-1-1,-4 9 1,-3 2 196,-1 2 1,-3 3 0,-2 1 0,-1 4 4,1 1 0,-3 2 0,0 4 105,-2 1 0,-1 4 0,-5 1 108,0-2-287,0 4 0,0-1-455,0 3-960,0 4-934,0-6 2339,0 7 0,0 0 0,0 0 0</inkml:trace>
  <inkml:trace contextRef="#ctx0" brushRef="#br0" timeOffset="7">26759 12892 7604,'-14'0'12,"0"0"0,-1 0 0,1 0 272,-1 0 0,6 0 1,-1 0 367,-1 0 1,3 0 1162,-2 0-415,7 0-911,-3 0 0,7 0-155,4 0 0,3 0 0,7 0 0,-1 0-74,0 0 1,6 0-1,0 0 1,3 0-203,2 0 0,-1 0 0,2 0 1,1 0-112,-1 0 1,-1 0-1,4 0 1,0 0-176,0 0 1,-2 0 0,-2 0 0,-2 0-198,-3 0 0,4 0 0,-4 0 1,-3 0-704,-1 0 1,-1 0-1704,-1 0 1100,-6 0 1731,-2 0 0,-12 6 0,-2 2 0</inkml:trace>
  <inkml:trace contextRef="#ctx0" brushRef="#br0" timeOffset="8">26918 12964 7375,'0'9'946,"0"1"371,0-7-878,0 4 0,0-6 557,0 4-427,0-3 0,0 6-359,0-4 1,0 0 0,0 5-219,0 2 1,0 2-1,0 2-110,0-1 0,0 0 1,0 2-1,0 2-8,0 1 1,0 0-1,0-4 1,0-1-64,0 0 1,0 1-1,0-1 1,0 1-207,0-1 0,0 0 1,0 1-197,0-1 0,0 0 1,0 1-252,0-1 0,0-4 80,0-1 762,6 1 0,-4-2 0,4-2 0</inkml:trace>
  <inkml:trace contextRef="#ctx0" brushRef="#br0" timeOffset="9">10416 16158 7649,'0'-14'0,"0"-1"-254,0 1 0,0 4 1,0 1-1,0-3 543,0 0 0,-2-1 1,-1 2-1,-2 1 244,2-1 1,0 3 0,0-2-182,-2-1 0,-2 5 0,4-1 109,-2 1 0,-1 0-153,1-4 1,2-1 0,-5 4 123,2-1 1,-5 5-142,1-2 0,2 4-166,-2 1 1,7 1-1,-3 3-69,-1 0 0,6 9 0,-4 0 1,2 6-1,0 3-123,-2 4 1,0 1 0,5 4 0,0 1-197,0 1 1,0 6-1,0-4 1,0 1-12,0 4 0,2 2 0,2 1 0,4-1 57,0-4 1,5 7 0,-3-7 0,3-3 112,1-3 0,5-8 0,0-1 1,0-2 72,2-4 0,-3-2 0,6-6 0,0-4 76,-2-4 1,5-1 0,-3 0 0,4 0-15,0 0 1,1-1-1,0-4 1,0-4-56,-1-4 1,-4-2 0,0 1 0,0 0-2,-1-1 1,2-6 0,-4-1 24,1 0 1,-4-6-1,1 3 1,-3-6-1,-1-4 123,-1-1 1,-4 2 0,-2-4 0,-2-2 124,-3-2 1,-1-1-1,-2 1 1,-2 4-5,-3 4 0,2 4 1,-6 1-1,-3 0-40,0 1 1,2 4 0,2 1-186,2 3 1,-4 0 0,4 8 0,-1 0-587,1 3 0,-1 6-1046,3-2 1,4 3-799,0 2 2411,0 0 0,12 0 0,-4 0 0</inkml:trace>
  <inkml:trace contextRef="#ctx0" brushRef="#br0" timeOffset="10">11380 15913 7661,'14'-6'-39,"1"-4"0,-7 2 738,-4-1 0,-2-1-81,-2-4 1,-2 6-156,-2 3 1,0 3-238,-5 2 0,1 7 0,-3 2-117,1 4 1,7 3 0,-2 2 0,2 3-151,-2 1 0,3-3 0,-2 5 0,2 3-148,2 5 1,0 0 0,0 7 0,0 1-36,0 1 1,5 4 0,1 1 0,2 2 42,3-1 1,2-4-1,2-5 1,-1-4 83,0-4 1,6-6 0,-1-2 94,-2-1 0,1-2 0,-1-6 0,4-3 1,0-4 47,0 1 0,3-6 0,-3 4 0,-1-3 3,1-2 1,5-7-1,-4-1 1,2-1 2,0-1 1,-2 0-1,4-4 1,-4 0 82,-1-1 1,3-1-1,-5-1 1,-1-4 41,-2-2 1,-7 0 0,1-6 0,0-2 134,-2-2 0,-2-4 1,-4-6-1,1 0-14,2 0 0,-1-1 0,-4 1 0,-1 2-117,-4 2 1,3 2 0,-4 7 0,1 0-99,0 3 0,-4 6 1,4-2-1,0 3-505,-1 2 0,3 2-826,-7 2 0,5-1-825,-4 1 2073,5 6 0,-2-5 0,6 5 0</inkml:trace>
  <inkml:trace contextRef="#ctx0" brushRef="#br0" timeOffset="11">12286 15539 7617,'0'10'495,"0"-1"0,0-4 392,0 5 1,2-7-514,3 2 0,3-4 0,8-1 0,3 0 0,5 0 1,0-1 0,3-2 0,3-4-300,1-1 0,4 3 0,0-3 0,0 0-249,0 0 0,4 5 0,-6-3 0,1 1-280,1 0 1,-6 0 0,1 5 0,-6 0-564,-3 0 1,-2 0 0,-5 0 1016,1 0 0,-7 0 0,-2 0 0</inkml:trace>
  <inkml:trace contextRef="#ctx0" brushRef="#br0" timeOffset="12">12718 15582 10284,'-7'-8'1141,"4"2"1,-6 6-588,-3 0 0,4 0-244,-1 0 0,4 0-228,-5 0 1,6 6 0,-4 4-1,1 4-124,4 6 1,1-3-1,2 7 1,0 2-317,0 1 1,0 7 0,2 1 0,1 1-156,2 4 0,1-4 0,-2-3-33,0-2 1,3-3 0,-4-1 545,2-3 0,6 4 0,-3-6 0</inkml:trace>
  <inkml:trace contextRef="#ctx0" brushRef="#br0" timeOffset="13">13437 16230 7615,'-9'0'2348,"-1"0"-814,0 0-971,-4 0 0,8 0 0,6 0 2,8 0 1,9 0 0,4 0-598,1 0 1,-3 0 0,5 0 0,2 0 0,1 0-329,2 0 1,0 0 0,0 0 0,-1 0-460,1 0 1,0 0-1,0 0 1,-2 0-853,-3 0 1671,-3 0 0,-1 0 0,3 0 0</inkml:trace>
  <inkml:trace contextRef="#ctx0" brushRef="#br0" timeOffset="14">13523 16489 7308,'0'14'35,"0"1"1,-4-6 0,-1 1 3070,2 1-2750,1-5 1,4 1 0,2-7-1,6 0 1,3-2-212,1-3 0,5 2 0,2-5 0,2 0-386,2 0 1,7 3 0,3-3-1,2 0-130,3 0 371,-5-1 0,7-5 0,-6-1 0</inkml:trace>
  <inkml:trace contextRef="#ctx0" brushRef="#br0" timeOffset="15">13293 15957 13030,'-6'8'127,"4"4"-231,-3-2 1,4-2-1,1 1 1,0 3-89,0 0 1,0-2 0,1-2-1,3 0-20,0 0 0,1-3 0,-3 4 22,3 3 0,-4-4 0,6 0 124,-1-2 1,-3 4-1,5-4 115,-1 2 186,4-5 0,-3 8 70,6-6 0,-4 0-229,-1-5 1,1 0-37,4 0 0,-4 0 0,0 0 3,1 0 1,-3 0-10,1 0 1,-4 0 0,5 0-24,1 0 1,-3 0-1,0-2 1,0-1 37,0-2 1,-3 1 0,4 4 28,2 0 0,-3 0 39,2 0 1,0 0-65,4 0 1,-4 0-1,-1 0 26,2 0 0,-3-5 41,2 0 1,0 0-43,4 5 1,-5 0-66,1 0 1,-2-1-1,3-3-90,-1 0 1,-1-1 22,6 5 1,-6 0-1,1 0 59,1 0 0,-3 0 44,2 0 1,-5 0 13,4 0 0,-4-5-38,5 0-34,-1 0 0,1 4-14,-1-4 1,-5 2 0,2-5-97,0 1 60,-4-4 0,6 5 1,-5-5-16,2 1 1,0 5-1,-4-3 1,3 0 43,0 0 1,1 3 0,-3-2-13,2 0 1,0-2 0,4 2 103,-2-1 1,0 3-26,-1-4 0,-3 4 1,4-3-19,1 2-17,1-6 0,1 11-36,1-4-71,-1 3 66,6 2 0,-6 2 1,-1 3 10,-1 4 1,2-1 0,-2 0 22,1-1 0,-5 4 13,2-1 1,1 2-73,-1 3 1,1-3-1,-2 0-231,0-3 1,3 1-23,-2 4 0,-4-4 0,6-2-358,-1-2 0,-4 1-1191,2-3 1866,4-2 0,0 4 0,7-6 0</inkml:trace>
  <inkml:trace contextRef="#ctx0" brushRef="#br0" timeOffset="16">13423 16475 7395,'0'-10'-821,"0"0"0,0 6 821,0-6 0,-2 7 0,-1-4 0,-2 1 0,0 3 137,5-7 578,0 7 426,0-10 443,0 12-342,0-6-593,0 7-87,0 0 0,2 5-643,3 0 1,-4 6 71,4-1 0,2-2 1,-1 0 10,2-2 0,-5 0 1,3-2 55,1 0 1,-4 6 0,5-4-8,-2 2 0,1-4 0,-2 2-25,4 0 0,-1-4 0,0 4 77,-1 1-64,4-6 1,-3 7-1,6-5 0,1 2 1,-6 0 43,1-5 0,-1 5-10,6 0 1,-6-1-16,1-4 1,0 0-39,4 0 0,-5 5 5,1 0 0,-5 0 274,4-5-146,1 0 0,4 0-40,1 0 1,-6 0-28,1 0 1,-5 0-7,4 0 1,-4-5 45,5 0 1,-5-1 18,4 1 0,-1 2-70,2-7 0,1 5 0,-5-3-116,2 2 1,-4 0 0,2 2 18,0 0 1,-4-3-1,4 4-13,1-2 1,-4 1 0,5 2 23,-2-3 1,4 2 112,-5-7 43,6 7 0,-3-10-56,6 4 1,-4 2-76,-1 3 1,-4-3-32,5 2 0,-5-4-45,4 4 1,-4-1-76,5 1 0,-2 2 0,1-7 1,4 7 102,-3-2 0,-2 3-8,1 2 1,-4 0-1,5 0 155,1 0 1,-3 0-167,1 0 1,-4 2 0,5 3-63,1 4 0,-3-1 0,0 2 62,-2 1 0,4-3 0,-4 2 5,2 1 1,-3 2 0,5 1-77,1 1 0,-5-6 0,1 1-423,-1 1 0,-3 2-483,7 1 1,-7-4-286,2-1 1315,-4-6 0,6 4 0,1-7 0</inkml:trace>
  <inkml:trace contextRef="#ctx0" brushRef="#br0" timeOffset="17">13380 15957 6647,'8'0'1563,"-2"0"1,-8 0-1076,-2 0-433,2 0-248,-11 0 258,12 0 1,-7 1 546,3 4-144,3-3-152,-4 4 0,6-4-273,0 2 1,0 0-61,0 5 1,0-4 5,0 4 0,0-4 0,1 3 0,3 0 8,0 0 1,3 0 0,-4 3-13,2-1 1,1-5-1,-3 4 17,2 3 1,5-4 0,-4 0 0,1 0-3,-1 0 1,4-4 0,-4 4 34,2-1 1,1 2-1,4-2 60,-3 1 0,-2-5 85,-3 2 1,3-4 0,4 1-88,-2 3 1,3-4-114,-4 4 1,-1-3-1,2-2-34,1 0 0,-3 0-4,2 0 0,-5 0-1,4 0 0,1-5 66,4 0 0,-4 0 7,-1 5 1,-1-1 0,3-2 5,-1-2 1,-5 0-17,4 5 1,-4 0 0,3-2 10,-1-2 1,4 2 5,-2-3 0,-1 4 1,2 1-23,1 0 0,-4-2 0,-1-1-21,0-2 0,2 0-6,7 5 1,-6 0-9,1 0 0,-5 0 68,4 0 1,-4 0 27,5 0 0,-5-1 6,4-4 1,-4 3 0,5-3 1,-7 2 17,1-2 1,0 2-81,0-6 1,0-1-29,5-4 0,-6 4 20,2 0 1,-2 2 0,1-3 10,0 2 1,1 4-1,-3-3 21,3 1 0,-2-2 1,5 3-40,-2-2 1,-1 3 0,-3-3-58,2 1 1,0-2 3,5 4 0,-4-1-189,5 1 91,-1 3 1,6-4 177,-1 6 0,-4 1-14,-1 4 0,-4-2 0,3 7-21,-2 1 0,4-3 0,-4 2-129,2 1 0,-3 2-84,5 1 0,-6-1 1,4-2-182,-1-1 1,-2-6 0,-4 4 0,2 0-290,2 0 0,0-3 0,-3 3 701,2-1 0,-2 4 0,4-3 0</inkml:trace>
  <inkml:trace contextRef="#ctx0" brushRef="#br0" timeOffset="18">14674 15626 7790,'-8'0'2061,"2"0"1,8 0 0,2 0-1647,6 0 1,3 0-1,3 0-118,3 0 0,3 0 1,7 0-1,0 0-208,0 0 1,-1 1 0,3 2 0,1 2-1,3-2-210,2-1 0,-1-2 0,4 2 0,-3 1-184,-2 2 0,4-1 0,-4-2 1,-2 1 22,-2 2 1,4 0-1,-9-5-284,-1 0 1,-6 0-1,1 0 1,-5 0-962,0 0 0,-9 1 1527,-6 4 0,-6-3 0,-9 4 0</inkml:trace>
  <inkml:trace contextRef="#ctx0" brushRef="#br0" timeOffset="19">15092 15741 8113,'-8'-7'1542,"0"6"-588,3-4 0,2 3 464,-7 2-872,7 0 0,-4 2-417,7 3 1,0 3-1,0 6 1,0 2-1,0 2-96,0 1 0,0 6 0,0 1 0,0 4-183,0 4 1,5 4-1,2-2 1,-1 0-177,0 4 1,1 2 0,-4 1-1,2-1-15,-2-4 0,3 3 1,-1-4-1,0 0-119,1-3 1,-4-4-1,3-3 1,-2-1-33,2-2 1,-4-5-1,4 3-266,-3-1 758,-2-2 0,6 2 0,2 1 0</inkml:trace>
  <inkml:trace contextRef="#ctx0" brushRef="#br0" timeOffset="20">14833 16877 7682,'-15'0'701,"6"0"404,-1 0 0,7-1-310,-2-4 1,3 2-392,2-7 0,7 7 0,2-2 1,6 4-65,4 1 0,-1 0 1,4-2-1,0-1-109,1-2 0,1 0 0,4 5 0,3 0-98,2 0 0,-2 0 0,2 0 0,-1 0-142,2 0 0,-2 5 0,6 0 0,1 0-406,-3 1 1,0-4 0,-8 4 0,3-1-289,2 0 0,-7 4 0,1-4 0,-5-2-365,-4-1 0,3-2 1068,-2 0 0,0 6 0,-4 2 0</inkml:trace>
  <inkml:trace contextRef="#ctx0" brushRef="#br0" timeOffset="21">15897 16733 14912,'7'-14'140,"-4"5"1,6 1-381,3 1 0,-1 1 0,0 3 0,-1-2-308,1 2 0,2 1 0,1 2 0,0 0-234,1 0 0,-1 0 0,1 2 632,-1 2 1,-1 4 0,-4 7 0,-4-1 0,-3 0 183,-2 1 0,4 1 1,1 1 246,-2 3 0,-3-1 0,-3-5 0,-2 2-36,2 3 1,-3-7-1,1 2 1,2-1-1,0 0-210,-2 1 1,3-4 0,-3-1-271,4 2 0,2 2-10,4 1 0,3-4 124,7 0 0,-1-1 1,0 4-1,1-2 0,-1-3 64,1-1 1,-6 4 0,1-2-1,-1 4 282,-1 2 1,4-1-1,-8 0 1,0 1 51,-3-1 1,-1 5-1,-1 1 1,-4-3 198,-5-1 0,-3 3 1,-3 2-275,-3 1 0,2-4 1,-6 1-1,1-3 1,1-3-438,0-3 0,-4 1 0,2-6 0,-1-2-365,0-2 0,5-2 0,-3-4 600,1-5 0,-5-9 0,4-3 0</inkml:trace>
  <inkml:trace contextRef="#ctx0" brushRef="#br0" timeOffset="22">19695 16172 7999,'-14'0'1083,"0"0"1,4 0 0,0 0-917,-1 0 1,-2 0-1,1 2-118,2 3 0,-3 1 0,4 5 1,-2-1-78,1 1 1,-1 7 0,4 2 0,1 1-75,0 0 0,1 5 1,5-2-1,0 1-184,0-1 1,0 3 0,0-4-1,1-1-56,4-3 0,3-3 1,7-1-1,-1-3 174,0-2 1,1-4 0,-1-7 238,0-4 0,1 2 1,-1-8-1,1-4 98,-1-2 0,-4-2 0,-1 4 0,1 1 33,-2-1 1,3 1-1,-5 0 1,2-1-137,4 1 0,-4 1 1,0 2-1,0 3-182,0 1 0,1 3 0,5 4 1,1 0-66,-1 0 0,1 0 0,-1 0 0,0 1 91,1 4 1,1-2-1,1 7 1,4 1 87,2 2 1,-4-4 0,5 1 0,1 0 49,2-2 0,2 3 1,-2-5-1,-1 1 13,-2-1 1,5-1-1,4-5 1,-1 0-72,-1 0 1,2 0-1,2 0 1,1 0-4,-1 0 1,0 0-1,-3 0 1,1 0 51,-1 0 0,4 0 1,-3 0-1,-1 0 132,-2 0 1,-1 0-1,2 0 1,-1 0 17,-1 0 0,3 0 0,-8 0 0,3 0-6,2 0 0,-1-2 0,1-1 1,-2-3 142,-3-2 0,2-2 0,-5-4 1,-1-1-21,1 1 0,-2-5 1,-4-2-1,-2-2-46,-4-2 1,2-2 0,-6-2 0,0-1-141,1-4 1,-4-3 0,3-8 0,-5-1-210,-5-2 0,-1-6 0,-6 1 0,3-3-201,-2-2 0,-1-2 0,3 1 0,4 4-1265,3 4 0,2-2 1555,0 5 0,0 0 0,0 5 0</inkml:trace>
  <inkml:trace contextRef="#ctx0" brushRef="#br0" timeOffset="23">23091 15496 7594,'-10'0'639,"2"-1"1032,2-4-527,1 3 0,0-6 427,0 3-480,1 4-780,4-6-501,0 7 0,6 8 0,4 5 0,2 6-259,3 4 0,1 7 0,3 8 0,5 6-63,3 4 0,7 4 0,1 11 1,0 4 229,0 3 1,-16-32-1,0-1 1,15 35-1,-2-8 165,-2-8 0,-1-8 1,-2-8-1,-3-5 154,-5-4 0,-3-6 0,-1-12 0,-1-3 152,1-6 1,-1 3 3,0-2 0,-6-2 0,-3-10 119,-3-7 0,-2-2 0,0-8 0,0-2 95,0-1 0,0-8 1,0-3-1,0-4-57,0-1 1,-2-7-1,-1-2 1,-2-6-183,2-4 0,1 1 1,2-6-1,0 0-74,0 1 0,4-3 0,4 9 0,6 4-308,2 6 1,0 7 0,-3 5 0,-2 7-550,-1 10 0,-6 2-1188,6 10 1316,-7 2 1,3 7-1,-4 8 1,1 3 120,2 4 0,5-2 1,-4 11 513,2 1 0,2 2 0,4 2 0</inkml:trace>
  <inkml:trace contextRef="#ctx0" brushRef="#br0" timeOffset="24">24256 15626 7573,'-14'-7'-58,"-1"-2"1,6 1 0,-1 0 259,-1 1 1,3-2 0,0 2 445,1-1 0,-2 3-150,4-4 0,-1 6 1,3-4 785,-2 1-39,0 4-1036,5-4 1,0 7-247,0 4 0,2-2 0,1 7 0,3 3-60,2 4 0,2 6 0,6 6 0,1 1-188,2 4 1,7 9 0,-2 8 0,3 3-120,2 4 0,0-2 0,0 9 0,1 2 35,3 4 0,-4-10 0,2 2 1,-7-8 450,-4-6 0,-5-2 0,-6-9 0,1-6 425,-2-6 0,0-6 357,-3-5-371,-4-7 0,6-8 0,-6-10 0,2-4 0,2-5 1,0-5 0,-5-10 0,0-6-187,0-6 1,0-1 0,0-5 0,0-3-157,0-1 0,0-1 0,2-2 0,1-2-304,2-1 1,1-1 0,-3 4 0,4-2 38,1-1 0,1 1 1,6 8-1,-3 7-3,-2 6 1,3 0 0,-5 8 0,0 3-23,-3 4 1,1 12-1,-1-1 1,0 2-349,1 4 145,-4-4 0,6 10-999,-4-3 296,-2 4 0,6 1-68,-3 0 1,-2 0 241,7 0 1,-6 1 870,6 4 0,-7 3 0,3 6 0</inkml:trace>
  <inkml:trace contextRef="#ctx0" brushRef="#br0" timeOffset="25">25119 15338 7570,'-9'8'403,"-1"-3"0,7-2 526,-2 2 0,5-4-495,5 4 0,3-5 1,6-3-1,2-2-8,3 2 1,-1 1 0,6 1 0,2-3-233,1 0 0,6-3 0,1 4 1,-1-2-241,3 2 0,-4 1 0,4 2 1,1-1-220,0-4 0,-4 3 0,4-2 0,-2 2-254,-3 2 1,-3-5 0,-5 0 0,-3 2-840,0 2 1,-10-1 577,3-3 1,-11 4 779,-3-4 0,-6 3 0,-8 2 0</inkml:trace>
  <inkml:trace contextRef="#ctx0" brushRef="#br0" timeOffset="26">25493 15410 7570,'-8'0'1896,"-4"0"1,8 0-632,-5 0 257,6 0-392,-4 0-1098,7 0 1,0 6 0,2 4-460,3 3 213,-4 7 161,6-4 1,-3 12-334,1-5 220,6 5-168,-3 7 0,2-3 0,-2 5-240,-2-2 0,5-2 1,-3-5-1,2-3-539,0-1 0,-1-2 1,6 1 1112,-1-9 0,0 1 0,1-7 0</inkml:trace>
  <inkml:trace contextRef="#ctx0" brushRef="#br0" timeOffset="27">26457 15942 7577,'8'-1'1016,"-3"-4"1,-3 2 0,-2-7-617,0-1 1,1-2-1,2-1-190,2-1 1,6-6-1,-3-1-61,0 0 0,5 1 0,-3 6-307,3 1 0,-4 5 0,1 1-123,1 1 1,2 2-1,1 5 1,0 0 7,1 0 0,1 2 0,1 3 0,3 3 113,-3 0 1,4 3-1,0-5 1,0 1 238,-1-1 0,1 0 0,-2-2 0,4 0 193,-1 0 1,-1-3-1,-5-1 1,1 0 34,3 0 1,-1-1 0,-5-4 0,1-3 108,-1 0 1,-5-5-1,1 4-166,1-4 1,0-2 0,-1 1 0,-5 0-240,-4-1 0,4 1-718,0-1 0,0 1-1360,-5 0 2067,0 6 0,-7 1 0,-1 7 0</inkml:trace>
  <inkml:trace contextRef="#ctx0" brushRef="#br0" timeOffset="28">26601 16359 10185,'10'-6'0,"-2"-4"414,-2-2 0,5-3 1,-1 1-189,3-1 0,-4-1 0,1-1 0,1-2 0,2 0-18,1-2 0,1 5 1,-3-3-1,0 4 59,-3 6 0,1-4-228,4 3 0,0 4-257,1 1 0,-2 5 0,-2 3 0,-2 4 50,3 1 0,-4-4 1,1 4-1,2 0 123,2 0 1,2-3-1,-1 3 1,2-1 57,3-4 1,-3 3 0,3-1 0,-3 0 220,-1 1 1,4-4 0,0 3 0,-1-4-72,-2-1 1,-7 0 0,1 0 0,1 0-509,2 0 0,-4-5 0,-1-1 345,-1-2 0,4-8 0,-3-6 0</inkml:trace>
  <inkml:trace contextRef="#ctx0" brushRef="#br0" timeOffset="29">27723 15496 7575,'-9'0'68,"-1"0"0,0 2 575,2 3 1,-4-4 949,2 4 334,4-4-1286,-1-1 1,9 0-1,3 0-229,4 0 0,4 0 0,1 0 0,2 0-262,4 0 1,2 0 0,7 0 0,0 0-112,-1 0 1,6 0-1,1 0 1,2-1-324,3-4 1,1 2 0,3-5 0,-1 2-97,0 2 1,-2-2-1,-1 1 1,-3 0-339,-2-1 1,-1 4 0,-7-4 0,-3 1-524,-5 0 1,-3-4 1240,-1 4 0,-1-6 0,0 3 0</inkml:trace>
  <inkml:trace contextRef="#ctx0" brushRef="#br0" timeOffset="30">28169 15496 7575,'-9'0'860,"-1"0"617,0 0-122,-4 0 133,6 0-919,2 0 0,4 0 1,-1 2-318,-2 3 0,0 2 0,5 8 0,0-1-204,0 1 0,0-1 1,0 2-1,0 3-108,0 5 1,2 3 0,1 2 0,2 0-106,-2 0 0,3 1 1,1 2-1,-1 2-158,1-2 0,2 3 0,-4-2 0,0-1-147,1-1 0,-4-3 1,4 1-1,-1-2-21,0-3 0,1 2 0,-3-5 0,2 0-47,-2-1 0,-1 0 0,-2-6 538,0 0 0,6 1 0,2-1 0</inkml:trace>
  <inkml:trace contextRef="#ctx0" brushRef="#br0" timeOffset="31">27781 16475 7864,'14'-2'1186,"1"-3"0,-6 2 1,1-5-1,1 0-833,2 0 1,1 3-1,1-3 1,-1 0-177,0 0 0,2 5 0,3-3 0,4 1-101,-1 0 0,5 0 1,-3 5-1,4 0-235,0 0 1,1 0 0,0 0-1,-2 0-89,-3 0 1,3 0-1,-4 0 1,1 0-265,0 0 1,-7 0-1,2 0 1,-3 0-895,-1 0 0,4 5 1406,0 0 0,0 6 0,-4-3 0</inkml:trace>
  <inkml:trace contextRef="#ctx0" brushRef="#br0" timeOffset="32">28716 16172 12346,'0'-9'558,"0"-1"1,0 5-646,0-4 1,5 4-449,0-5 0,6 7 116,-2-2 0,4 4 0,1 1 52,1 0 1,-6 5 0,1 1 0,0 2 222,-2 3 0,3-3 0,-6 2 0,-1 1 140,3 2 0,-6 1 0,4 2 1,-3 2-82,-2 1 1,0 0 0,-2-5 0,-3 1-28,-4-1 1,1 1 0,-2-1-1,-1 0 31,-2 1 1,4-6 0,-1-1 0,0 0-124,3 0 0,-5-3 0,6 3 12,-2-1 0,0-1 0,-3-3 438,1 2 1,5 0 1698,-4-5 0,4 0-667,-5 0 1,7-2-1175,-2-3-312,4 4-245,1-6 321,0 1 1,0 3 181,0-7 0,5 5 76,-1-4 0,6 4-72,-5-5 0,4 6 0,-2-4-235,1 1 0,-3 2-94,4 5 1,1-4-132,4-1 1,0 0 326,1 5 0,-1 0 0,-1 2 1,-2 1 23,-1 2 0,-1 4 1,6-2 100,-1 1 0,1 0 0,-1 1 0,0-2-170,1-1 0,-1-4 0,1 2-242,-1-2 1,0-2 0,1 0 365,-1 0 0,0-6 0,1-2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5:59:42.222"/>
    </inkml:context>
    <inkml:brush xml:id="br0">
      <inkml:brushProperty name="height" value="0.053" units="cm"/>
      <inkml:brushProperty name="color" value="#FF0000"/>
    </inkml:brush>
  </inkml:definitions>
  <inkml:trace contextRef="#ctx0" brushRef="#br0">11840 11237 7716,'-14'-6'-241,"4"4"666,1-3 1,4 4 777,-5 1-590,7 0 0,-5 0 766,3 0-271,4 0-422,-6 0-55,7 0-341,0 0 0,7 0-212,2 0 1,4 0 0,1 0 0,1 0 66,-1 0 0,1 0 0,-1 0-96,0 0 1,6-5 0,0 0-1,3 0 1,1-1-6,-2-4 0,5 2 0,-1-1 1,4-2-66,4-2 1,-1-2 0,-4 1 0,0 0-79,0-1 0,-2 6 0,-2-1 0,-2 1 15,-2 1 0,-2 1 1,-5 6-38,0-4 112,1 3 0,-7 2 1,-2 8 33,1 0 0,-6 5-12,4-3 1,-2-2-50,2 1 0,-2-1 2,7 2 1,-5 2 15,4-2 1,-4 3-141,5 1 0,-7-4 0,2-1-60,-4 3 0,1-1 0,1 0-204,2-1 0,0-6-798,-5 6-1132,0-7 725,6 4 1,-4-9 1626,2-3 0,-2-3 0,-2-6 0</inkml:trace>
  <inkml:trace contextRef="#ctx0" brushRef="#br0" timeOffset="1">11883 11280 7716,'-8'0'-70,"0"-4"773,4-1 950,-4 0 14,-7-1-290,7 4-350,2-4-853,6 6 0,0 1 0,1 2 0,3 4-100,0 1 1,8-5 0,-3 3 0,4-1-134,1 0 0,1 5 0,1-4 0,1 2-79,2 3 1,2-3 0,-3 2 0,1-1-64,-1-1 1,2 5 0,0-3 0,-3 1 27,-1-2 0,-3 4 0,-2-3 1,-3 3 136,-2 1 0,-1 2 0,-5 2 0,0 2 37,0 3 1,-6 1 0,-4 5-1,-4-1 17,-5 1 1,-2 0 0,-5 0-79,2-1 1,7-4-1,-4 0 1,2 0-1,0 0 16,1 0 1,2-6 0,3 1-1,2-5-5,2-4 0,1 3 405,-2-4 218,-3-2 163,12-1-591,-6-6 0,7-1 1,2-3-67,3 0 1,-2-1-9,6 5 0,-4 0 0,5 0-68,1 0 0,2 0 0,1 0 0,2 0-88,3 0 0,-1 0 0,6 0 0,1 0-3,3 0 0,2 0 1,4 0-1,2 0 86,1 0 1,5 0-1,-4 0 1,2 0-22,-2 0 1,2-5 0,-6 0 0,-4 2 29,-4 1 0,1-2 0,-5-1 52,1 2 1,-4-1 0,-8 1 252,-1-2 0,-7-6 144,2 2 1,-5 1-1,-5-2-279,-5-1 0,2 3 0,-1-2-268,-2-1 0,-1-2 0,1-1-769,2 0 0,1-1-554,-2 1 0,-1-1 0,6 1 1413,2 0 0,-5-1 0,0 1 0</inkml:trace>
  <inkml:trace contextRef="#ctx0" brushRef="#br0" timeOffset="2">12962 11194 8062,'-8'-6'1635,"2"4"1,8-4-1125,2 6 0,0 0 0,5 0-418,2 0 0,2 0 0,1 0-153,1 0 0,-1 0 0,1 0 1,-1 0-1,2 0-235,3 0 1,-3 0-1,5 0 1,-2 0-593,0 0 0,2 0 0,-3 0 1,1 0-63,-2 0 0,-1 0 949,-1 0 0,-1 6 0,1 2 0</inkml:trace>
  <inkml:trace contextRef="#ctx0" brushRef="#br0" timeOffset="3">13034 11511 8480,'-8'8'3731,"3"-2"-3486,10-6 0,3 0 0,7 0 0,-1 0-148,0 0 1,2 0-1,2 0 1,3 0-411,1 0 0,-3 0 0,4 0 1,-1 0-461,0 0 0,2 0 1,4 0-1,-3 0-1817,-1 0 2590,0-6 0,5-2 0,0-7 0</inkml:trace>
  <inkml:trace contextRef="#ctx0" brushRef="#br0" timeOffset="4">14056 10777 7090,'-10'-2'1494,"1"-1"-1075,-3-2 0,4 0 0,-1 5-211,-2 0 1,-2 0 0,-3 0 0,-2 0 21,-1 0 1,0 0 0,3 0-1,-3 0-59,-5 0 1,1 0-1,1 0 1,0 0-80,-1 0 1,6 5 0,-4 0 0,2 0-56,-1 1 1,6-4 0,4 4 0,-1-1-64,-1 0 0,2 1-107,0-1 1,7 3 97,-2 6 0,4 1 0,1-1 0,0 0-1,0 1 0,0-1 0,0 2 0,0 3-80,0 5 0,5 4 0,1 2-15,2 4 0,-3 7 1,4 9-1,1 1 0,-1 3-36,1 2 0,-2 8 1,2 3-1,-4 4 17,0 1 1,-4-1 0,3 3 100,-4 3 1,-1-9-1,0 4 1,0-3-1,0-3 35,0-4 1,0 0 0,0-2 0,0-6-57,0-3 0,-4 2 0,-1-4 0,2 1 81,1 0 1,2-7-1,0-7 1,0 0 104,0-4 1,0-4 0,0-4 0,0-4 268,0-4 1,0-2 3,0 0 193,0-6-221,0-1 0,0-9-189,0-3 0,-2 4 1,-1-6-8,-2 1 1,1 3-275,4-7 0,1 7-42,4-2 1,-2 2-1,7 0 99,1-2 0,2 0 1,1 5-1,1-1 51,-1-4 1,0 3 0,2-3 0,2 4-10,1 1 0,5 0 1,-3 0-1,0 0-21,-1 0 0,6 0 1,-4 0-1,2 0-76,0 0 1,-4 0-1,2 0 1,-1 0-103,-4 0 0,-1 0 0,-1 0 1,-1 0-1025,0 0 1,1 0 1232,-1 0 0,-6 0 0,-1 0 0</inkml:trace>
  <inkml:trace contextRef="#ctx0" brushRef="#br0" timeOffset="5">14372 10964 7703,'-8'0'1249,"2"-2"0,6-3-813,0-4 1,1 1 0,3-2 0,2 1-187,2 1 0,2-5 1,4 5-1,0-2-83,1 1 1,-1 4 0,2-3-1,2 2-129,1 2 0,0 3 1,-3 1-243,3 0 1,-3 1-1,3 4 1,-3 3 0,-1 2-198,-1-1 0,-1 6 1,-2 4-1,-3 0 137,-1 2 1,-3-4-1,-4 7 1,-1 2 160,-4 1 1,-3 0 0,-8-1-1,-2-2 98,-1 1 1,-2-2 0,4-1 167,-2-1 1,0-3 0,4-7 0,1-2 0,-1 1 568,1-2 0,0-2-86,-1-6 1,2-6-390,4-4 1,2-2 0,7-3-181,0 1 0,7-1 0,2 3-44,4 2 0,2 4 0,-1 6-177,0 0 1,2 0 0,2 0-1,1 0-164,-1 0 1,-2 1 0,0 2 0,1 4-170,2 1 0,5-5 0,-4 3 0,-1-1-1026,2 0 1,-1 1 1502,4-1 0,10-3 0,-4 4 0</inkml:trace>
  <inkml:trace contextRef="#ctx0" brushRef="#br0" timeOffset="6">15610 10676 7468,'-10'-5'0,"2"-1"-343,2-2 1,-1 5-1,4-4 1000,-2 1 1,-6 4-148,1-3 0,2 4-153,-1 1 1,-1 6 0,-3 4-170,4 3 1,-4 1-1,5 0 1,-2 1-113,1-1 1,1 1 0,-3-1 0,1 2-134,-1 3 0,3-1 0,0 4 0,0 1-46,0-1 1,5 2 0,-2 5 0,3-1-88,2 1 0,0 0 0,0 0 77,0 0 1,5-5 0,2-2-1,1-1 1,3-4 56,1-1 1,4-3 0,2-3 0,1-6 93,-1-2 1,-1-2 0,1 0-1,1 0 115,-1 0 1,3-6 0,-2-4-1,-2-3 141,-1-1 1,-1-1-1,-1 1-73,0 0 1,-4-5-1,-2-2 1,-2-2 0,-2-1 6,-3 2 1,-1-4-1,0 6 1,0-3-68,0-2 0,-6 2 1,-4 1-1,-3 0-137,-1-1 0,-5 6 0,-2-3 0,-1 4-222,-4 2 0,-1 1 1,-2 4-1,-1 4-333,-4 3 1,4-3 0,-4 1 0,4 2-562,1 5 1,2-1-1,1 4 1092,2 1 0,0 1 0,-4 6 0</inkml:trace>
  <inkml:trace contextRef="#ctx0" brushRef="#br0" timeOffset="7">14531 11611 7702,'-7'-8'1506,"6"0"-957,-4 4 0,2 2-232,-2-3 1,2 4-177,-7 1 1,5 1-179,-4 4 1,5-2 0,0 7-3,2 1 0,-3-3 1,0 1-1,2 3-152,2 0 0,1-2 0,0 0 0,0 1 56,0 2 0,0 1 0,0 0 0,1 1 111,4-1 0,-2 5 1,7 1-1,1-3 25,2-1 1,-2-6-1,2-1 1,3 2 8,0 2 1,0-3 0,-2-2 0,2-2 11,3-3 1,-1-1 0,6-2 35,1 0 0,3-2 0,-1-2 0,-2-8 114,-1-5 1,-1 1 0,2-5 0,-2 2-1,-3-2 81,-2-1 1,-7 3 0,-3-4-1,-1 1-81,-4-1 0,-2 6 0,-1-2 0,-1 3-110,-4 1 0,-3 1 1,-6 1-1,-2 2 47,-4 1 1,3 2 0,-6-3 0,1 3-431,0 2 0,2 1 0,-2 5 0,0 0-260,-1 0 0,1 0 0,-2 0 0,5 2-226,3 2 0,6 0 0,1 4-264,-3-2 1071,6-1 0,0-5 0,6 0 0</inkml:trace>
  <inkml:trace contextRef="#ctx0" brushRef="#br0" timeOffset="8">15595 11597 7716,'-9'-5'-1011,"-1"0"1256,7-6 0,-8 8 166,6-7 1,-2 6 608,3-6-652,2 7 0,-6-4-118,3 7 0,2 0-165,-7 0 0,2 2-128,-1 3 0,-2 3 1,6 6-1,2 1 1,-1-1-166,0 0 1,2 1 0,-3 1 0,4 1-1,1 2 0,0 1 1,1-6-1,2 0 77,2 1 0,5-1 0,-4 1 0,2-3 73,3-2 1,2-2-1,2-5 1,-1 2 209,0-2 1,1-1-1,-1-2 43,1 0 1,-1-7 0,-1-2 0,-2-4 105,-2-1 1,-5-1-1,0 1 1,-2-1 32,-2 1 0,0 0 1,0-2-1,0-2-96,0-1 1,-2 0-1,-2 3 1,-6-2-207,-3-1 1,-1 0-1,0 4 1,-1 3-263,1 2 0,-1-1 1,1 4-1227,0-1 0,-1 5-1341,1-2 2797,6 4 0,1 7 0,7 2 0</inkml:trace>
  <inkml:trace contextRef="#ctx0" brushRef="#br0" timeOffset="9">15868 11784 6677,'8'-6'2422,"0"4"-105,-3-3-1971,-3 4 1,4-1 0,-7-1-161,-4-2 1,2 0-1674,-7 5 51,7-6 1,-4 3 1435,7-7 0,-6 0 0,-2-4 0</inkml:trace>
  <inkml:trace contextRef="#ctx0" brushRef="#br0" timeOffset="10">16056 11338 7716,'-8'0'2915,"-5"0"-2356,5 0 0,0 2 0,1 1-83,1 2 1,4 1 0,-2-1-148,2 4 0,2 4-283,0 1 1,0 1 0,0-1-1,0 2 1,0 2-19,0 1 0,0 5 1,0-3-1,0 1-250,0 4 1,0-1 0,0 1-1,2-4 2,2-1 1,-2 3 0,3-3 0,-4 0-143,-1-1 1,2 0-1,1-6-862,2 0 0,1-4 249,-1 0 0,-2-6 975,7 6 0,-7-7 0,4 4 0</inkml:trace>
  <inkml:trace contextRef="#ctx0" brushRef="#br0" timeOffset="11">14718 12403 7716,'0'-15'-143,"0"6"807,0-1-263,0 0 1,0 1 0,-2 1 256,-3 1 1,2 3-15,-7 4 1,1 0-459,-6 0 1,1 0-1,1 1 1,2 4-196,1 5 0,2 2 0,-3 3-251,2-1 0,1 5 0,-4 2 1,4 0-1,2 1-125,3 1 1,1-4-1,2 3 1,0-1 205,0-3 0,2 2 0,1 0 0,5-4 147,5-5 1,-2 2 0,8-5-1,-1 0 158,1-4 1,-1 3 0,4-2-1,0-2-59,1-2 1,-4-1 0,3-1 0,-1-4 67,-3-5 0,1 2 1,-3-1-1,-3-2 120,-1-2 1,0-2-1,-3-1 1,-2-1 50,-1-2 0,-4 0 0,2 4 0,-2 1-35,-2-1 1,-6-4-1,-4 0 1,-3 1-51,-1 2 0,-2 0 0,-2-1 0,-3-2-247,-1 1 1,4 7-1,-2 1 1,1 1-506,-1 1 0,1-3 0,5 6-1303,-1 2 0,7 3 1834,4 4 0,2 4 0,2 7 0</inkml:trace>
  <inkml:trace contextRef="#ctx0" brushRef="#br0" timeOffset="12">15868 12345 7736,'-4'-10'281,"-1"1"0,-2 6 0,3-4 225,-6 1 1,-3 4-1,-1-2-315,0 2 0,-1 2 0,1 2 1,-1 1-108,1 2 1,0 4 0,1-2 0,2 0-131,1 5 0,2 0 0,-3 3 0,3-1-207,1 1 1,3 1 0,4 1 0,0 2-8,0-1 1,0 3 0,0-2-1,1-1 197,4-2 1,3-2-1,6 0 1,1-1 111,-1-3 1,2 1 0,2-5 0,1 1 50,-1-1 0,-1-1 1,1-5 29,1 0 1,0 0-1,-5-2 1,1-3-1,-1-4 56,1-4 0,-3 2 1,0-2-1,-4-3 33,-2 0 0,-1 0 1,-5 2-1,0-2 6,0-3 0,0 3 0,-2-5 1,-3 2-153,-4-1 0,-9 1 0,-3 5 1,1-1-429,-1 1 1,0 1 0,2 2 0,-3 3-231,-1 2 1,-2-1-1,4 4 1,0-2 584,0 2 0,2 8 0,5 3 0</inkml:trace>
  <inkml:trace contextRef="#ctx0" brushRef="#br0" timeOffset="13">16070 10734 7716,'0'-15'-353,"0"6"376,0-1 0,-5 5 239,0-4 0,1 4 120,4-5 1,0 5 394,0-4-200,0 6-190,0-10 1,1 11-92,4-3 0,-2 4 1,7 1-58,1 0 0,2 0 0,1 1 1,0 3-189,1 0 1,-1 1-1,2-3 1,2 1-32,1 2 1,2 1 0,-4-3-24,3 2 0,-1 2 1,-5-4-1,0 2 1,1-2 21,-1-2 0,-4 4 1,-1 0 38,3-2 0,0-1-47,3-2 0,-6 0-156,1 0 2,-7 0 107,4 0 38,-7 0 0,0 6 53,0 4 1,0-2 0,0 1-8,0 3 1,0 0 0,0 3-1,0-1-51,0 1 1,0 5 0,0 4-1,0 3-41,0 2 0,0 2 0,0 2 0,0 6-6,0 2 0,1 9 0,2 1 1,2 2 78,-2-1 0,4 1 0,-2 6 0,-1 0 73,3-1 1,-4 1-1,5-11 1,-2-2 54,-2-1 1,2 2-1,-1-3 1,0-4-81,1-3 1,-5-2-1,4-3 1,-3 2-39,-2-2 0,0-2 0,1-1 0,3 0-166,0-1 0,1 1 1,-5 0-1,0-2 110,0-3 0,0-1 0,0-6 1,2 2 11,3-1 0,-4-2 1,4-2-1,-3 1-18,-2-1 0,0 0 0,1-1 0,2-2 13,2-1 1,0-5 0,-5 4-88,0 3 0,2-4 233,2 1 0,-2-4 352,3 5-211,-4-1-98,-1-1 0,0 0 27,0-3-19,0-3-28,0 4-174,0-6-2597,0 0 2675,0 6 0,0-2 234,0 5-51,0-6 0,0 5 276,0-3-350,0-3 0,0 6 226,0-3-98,0-4 1,0 7-39,0-3 1,-1-2-245,-4 7 1,-3-7-1,-6 3 1,-1-1-324,1 0 0,-2 6 0,-2-3 1,-2 2-306,-3-1 1,4-1 0,-5 3 0,0-1-924,2 1 1533,-6-4 0,12 5 0,-4-4 0</inkml:trace>
  <inkml:trace contextRef="#ctx0" brushRef="#br0" timeOffset="14">17696 11439 7716,'-10'0'335,"0"0"24,-1 0 1,3 0 0,-1 0 159,-3 0 0,4 0 125,-1 0 1,4 4 189,-5 1 0,9 0-618,1-5 1,6 0 0,9 2-1,1 1-136,3 2 1,5-1 0,8-4-1,3 2-71,2 3 1,3-4-1,6 4 1,4-3-184,1-2 1,0 0-1,3 0 1,-3 0-119,-1 0 1,-4 0-1,-6 0 1,-3 0-53,-2 0 0,-8 0 0,-7 0-913,-4 0 0,-4-2-11,-2-3 1,-5-3 1267,-10-6 0,-9 0 0,-9-1 0</inkml:trace>
  <inkml:trace contextRef="#ctx0" brushRef="#br0" timeOffset="15">18300 11180 7716,'-15'0'575,"6"0"1,-1 0-12,-1 0 1,3 1-107,-1 4 0,7 3-250,2 6 0,2-4 0,7-2 0,2 0-117,2 0 1,6 2 0,0 4 0,1 0-89,0 1 0,-2-1 1,4 2-1,-1 3-64,-3 5 1,-2-1-1,-2 1-83,0 1 0,-4 2 0,-2 2 1,-2 0-1,-4 0-37,-5 0 0,-10 4 0,-8 1-116,-1-2 0,-2-4 0,-5-2 0,0-4 0,2-1-593,3-3 1,-3-2 0,5-3 889,-1-4 0,3-2 0,5-7 0</inkml:trace>
  <inkml:trace contextRef="#ctx0" brushRef="#br0" timeOffset="16">19436 10906 7716,'-9'5'1031,"-1"0"1,9 0-521,1-5 1,1 0 0,9 0-215,1 0 0,7 0 0,2 0 0,3 0 0,4 0-22,5 0 1,0 0 0,6 0 0,2 0-193,2 0 1,6 0 0,1 0-1,1 0-57,-1 0 0,4 0 0,-3 0 0,-2 0-93,-4 0 1,1 4-1,-11 1 1,-2-2-39,-2-1 1,-9 0 0,-5 1 56,-5 2 200,-8-1 1,-3-4 0,-9 2-30,-4 3 1,-6-4 0,-1 6 0,3-2-324,1-1 0,-3 6 0,0-4 0,1 1-193,2-1 1,2 5 0,-1-3 0,1 2-213,-1 0 1,1-6-91,0 6 1,1-5 0,3 4-1566,5 3 2260,4-6 0,1 0 0,6 1 0,2 1 0</inkml:trace>
  <inkml:trace contextRef="#ctx0" brushRef="#br0" timeOffset="17">19307 10993 12215,'14'0'411,"1"4"1,1 1 0,1-2-249,2-1 0,2 0 0,-3 1 0,3 3-93,1 2 0,0-3 0,4 5 0,-4 1-114,-1 2 0,3 1 0,-5 2 0,-1 1-113,-2 3 1,-2 4 0,-1-4 0,-3 1 30,-6 0 1,-2 5 0,-2-2 0,0 3 52,0 2 0,-6-1 0,-4 1 0,-3 0-26,-1 0 1,-7 4 0,-1 1 0,-2-2 10,0-2 1,1-1-1,-2 0 1,2-1 81,3 1 0,-4-2 0,4-3 0,3-4 121,1-4 1,3-2 150,3 0-306,4-6 1,8-1 0,2-7 121,6 0 0,3 0 0,3 0 0,1 0-54,3 0 0,4 0 0,-4 1 1,3 3-95,2 0 1,3 1-1,2-3 1,2 1-60,1 2 1,7 0 0,-1-4-1,2 2 77,2 2 1,1 0 0,-1-4 62,0 4 0,0-3 0,-1 4 0,-2-1 0,-4 1 166,0 2 1,-3-4-1,-6 0 1,-1 0 256,-2 0 0,-7-2 834,3 3-648,-4-4 1,-8-7 0,-5-2-147,-6 0 1,-5-5-512,-7 4 0,1-3 1,1 1-913,3 2 0,-1 4 0,5-3-531,-2 2 0,3-4 0,-3 4 174,2-2 0,1 3 1302,5-5 0,-6 1 0,-2-6 0</inkml:trace>
  <inkml:trace contextRef="#ctx0" brushRef="#br0" timeOffset="18">20818 10561 7716,'0'-10'1223,"0"1"-339,0 6 1,0-5-153,0 3 1,-2 3-505,-3-3 0,4 5 0,-4 5-146,3 5 0,2 3 0,0 3 0,0 1-155,0 2 0,0 7 0,0-2 1,0 3-197,0 2 0,0 1 0,0 2 1,0 3 131,0 2 1,5-3 0,0 2 0,-2 0 73,-1-4 0,-2-2 0,0-3 0,0-1-44,0-2 0,0-7 1,0 2-366,0-3-211,0-8 420,0-1 0,-2-9 1,-1-3-282,-2-4 0,0 1 1,5-2-57,0-1 0,0-2 600,0-1 0,-6-7 0,-2-1 0</inkml:trace>
  <inkml:trace contextRef="#ctx0" brushRef="#br0" timeOffset="19">20631 10777 6477,'-8'-7'1499,"0"6"-196,3-4-669,3 3 1,-4 1 826,6-4-914,0 3 0,1-4 1,4 6-369,5 0 1,3 0 0,1 0-1,2 0-74,3 0 1,-3 0-1,3 0 1,-3 0-262,-1 0 0,-1 0 1,0 0-220,1 0 1,-1 0 0,1 0 0,-1 0 0,0 0-1540,1 0 0,-1 0 1914,0 0 0,1-6 0,-1-2 0</inkml:trace>
  <inkml:trace contextRef="#ctx0" brushRef="#br0" timeOffset="20">21350 11338 7468,'-15'0'-294,"1"0"0,5 0 2564,-1 0-1035,0-6-683,2 4 1,4-3-1,8 8 480,6 2 0,-2 2 0,2-4-611,1 2 0,1 4 0,3-4 0,-1-2-454,1-1 1,-1 2 0,2 1 0,2-2-267,1-1 0,2 0 0,-4 1 0,2 2-244,-1-2 1,3-2 0,-2-1 0,-2 0-1641,-1 0 1,-1 0 2182,-1 0 0,1 0 0,-1 0 0</inkml:trace>
  <inkml:trace contextRef="#ctx0" brushRef="#br0" timeOffset="21">21335 11626 7716,'-8'6'562,"2"-3"987,6 7-935,0-7 1,2 3 0,2-6-396,6 0 0,3 0 0,1 0 0,1 0-268,-1 0 0,0 2 1,2 1-1,2 2-251,1-2 0,2-1 0,-2-2 0,4 0-1027,-1 0 0,3 0 1327,-5 0 0,5 0 0,-2 0 0</inkml:trace>
  <inkml:trace contextRef="#ctx0" brushRef="#br0" timeOffset="22">22386 10431 6676,'-8'-6'1599,"1"4"0,6-4-1298,-4 6 0,2 0 1,-5-2-28,1-2 0,1 2 0,1-3-86,-4 4 1,-4 1-1,-2 0 1,1 0-25,0 0 0,-1 0 1,1 0-1,-1 0-141,1 0 0,0 0 1,-1 0-1,1 0-101,0 0 1,-1 0-62,1 0 0,-1 0 1,1 1-324,0 4 0,1 3 338,3 6 0,-1 1 0,6-1 0,2 1 93,1-1 0,2 0 0,0 2 1,0 4-27,0 4 1,0-2-1,0 2 41,0 1 0,0 3 0,2 0 0,1 3 0,2 1 14,-2 1 0,-1 6 0,-2-4 0,0 2-9,0 3 1,5 1 0,-1 2 89,0 1 1,-1 0 0,0 3 0,2 2 0,-2 1 175,-1-1 0,2-1 1,1-5-188,-2 1 1,-1 4 0,-2 0 0,0-2 0,2-1-49,2-2 0,-2 0 1,3 0-18,-4 0 1,-1-1-1,0-2 1,2-2-1,1 2-4,2 2 1,0-1 0,-4-1 0,3-3-18,0-2 0,1 4 0,-5-6 1,0-1-6,0-1 0,0-4 0,0-2 0,0-2-4,0-3 1,2 4 0,1-4 186,2-3 1,0-1 22,-5-1 29,0-1 382,0-6-244,0-2 0,0-7-283,0-4 0,0 2 0,1-5-129,4 1 0,-2 3 1,5 2-1,0-1 44,0-2 0,2 0 0,4 5 0,0-1 20,1-4 0,-1 3 0,2-3 0,2 4 39,1 1 1,0 0 0,-3 0-1,2 0 29,1 0 0,0 5 0,-4-1 1,-1 1-247,0 2 0,1-4-175,-1 6 0,-4-5 0,-2 2-2092,-2 0 2443,-1-4 0,-5 11 0,0-5 0</inkml:trace>
  <inkml:trace contextRef="#ctx0" brushRef="#br0" timeOffset="23">22587 10619 7716,'-9'0'271,"-1"0"1,5 0 992,-4 0-873,5 0 0,-4 0-98,4 0 1,0 0 0,-4 1-129,2 4 0,-4-2 0,4 7 0,0 1-211,-1 2 1,-2 3-1,2 1 1,1 4-255,-1 1 1,3 2 0,4 5 0,0 0 30,0 0 0,0 4 0,1 1 1,4-4-18,5-4 0,2-5 0,3-7 0,1-1 347,3-4 1,-3 3-1,5-8 1,-2-2 139,0-5 1,5-5-1,-5-7 1,-1 1-40,-2 0 1,-2-2-1,1-2 1,-3-1-50,-2 1 0,1-3 0,-6 1 1,0-1 32,1 0 0,-4 2 0,3 3 0,-4-2 185,-1-1 0,-6-2 0,-2 4-92,0-2 0,-5-1 1,3 6-1,-2 0 0,-3 1-134,1 3 0,-1-3 0,1 6-283,0-1 1,4 1-1,2 6-1810,2-4-1412,-5 3 3400,9-4 0,2 6 0,8 0 0</inkml:trace>
  <inkml:trace contextRef="#ctx0" brushRef="#br0" timeOffset="24">22904 10978 8160,'-2'8'1848,"-1"-1"162,-2-1-1725,0-4-546,5 4-791,0-6 1,0-6-352,0-4 1403,0-3 0,7-1 0,1-1 0</inkml:trace>
  <inkml:trace contextRef="#ctx0" brushRef="#br0" timeOffset="25">23191 10547 7716,'-9'-5'301,"-1"0"0,5 0 0,-3 4 361,2-4 1,0 3-537,1-3 1,2 4 0,-7 1 0,0 1 134,2 4 0,0-3 0,5 4-200,-2 1 1,-4-4 0,4 6-178,2 3 0,1-4 0,2 1-9,0 2 0,0 2 0,2 2 71,3-1 0,-2-1 0,5-2 1,0-2-42,0 3 0,1 0 1,6 1-1,-1-2 89,1-1 1,-6 0 0,1 4 0,1-1 100,2-4 0,0 4 1,-2-3-1,-3 3-66,-2 1 0,4-4 1,-5-1-1,-1 1-106,3-2 0,-6 4 0,4-2 61,-3 3 0,-4-5 0,-1-2-94,-2 1 1,-4-4-1,2 5 1,1 0-1,-2-2-454,0 1 1,3-3-1,-5-4 7,-1 0 1,-2 0 0,1-1 556,2-4 0,-3-3 0,5-6 0</inkml:trace>
  <inkml:trace contextRef="#ctx0" brushRef="#br0" timeOffset="26">23105 10633 7716,'-8'0'820,"0"0"201,3 0 0,4-2-492,-4-3 1,10-2 0,4-6-411,4 3 1,1-1 0,1 5 0,-1-1-152,1 1 1,4-1 0,0 4-363,-1-2 0,-2 1 0,-2 2 0,0-1 0,1-2-606,-1 2 0,5 1 1,0 2 999,-1 0 0,4-6 0,1-2 0</inkml:trace>
  <inkml:trace contextRef="#ctx0" brushRef="#br0" timeOffset="27">24328 10619 7716,'-8'-10'205,"2"2"1141,-1 2 302,6-6-991,-12 4 0,10 0-411,-7 4 1,0 2 0,-2 4-258,2 2 0,-1 0 0,4 5 1,1 2-219,0 2 1,-4 2 0,5-1 0,0 2-107,-1 3 1,4-1 0,-2 4 0,2 0 60,2 1 1,0-6 0,0 4 0,0-2 139,0 1 1,5-1 0,1-5 0,2 0 173,3 1 0,2-7 0,2-2 1,-1-1 138,0 0 1,1 0 0,1-5 0,1-2 32,3-3 1,-1 2 0,-5-7 0,1-1 30,-1-2 0,-1-6 1,-2 0-1,-3 0 109,-2-2 1,4 5 0,-5-5-86,-2 1 0,-2 4 0,-1-5 0,0 2-238,0-1 0,-6 0 0,-4 2 0,-2-1 0,-3 1-523,1 2 0,0 2 1,-1 1-1,-1 2-166,-3 1 1,3 6-1,-3-4 1,3 1-183,1 4 1,1 1 0,0 2 841,-1 0 0,-6 7 0,-1 1 0</inkml:trace>
  <inkml:trace contextRef="#ctx0" brushRef="#br0" timeOffset="28">23033 11280 7716,'0'-9'1761,"0"-1"-1085,0 1 1,0-6 516,0 1-838,-6 6 1,-2 1-199,-7 7 1,1 0 0,1 2-1,4 3-321,4 4 1,-2 4 0,1 2 0,0-1-173,-1 0 0,2 2 0,5 2 0,0 3 39,0 1 1,0-3 0,0 4-1,0-3 186,0-2 1,5 3-1,2-2 1,1-1 151,3-2 0,3-4 0,4 0 0,1-4 289,-1-2 0,-1-1 0,1-5 0,1 0 50,-2 0 1,-1-2 0,-1-3 0,-1-4 40,1-4 1,-7-1 0,-2-1-1,-1-1-145,0-3 0,-1 3 1,-4-5-1,-1 2-127,-4 0 0,-3 0 0,-6 4 0,-1 1-251,1 0 0,-1-1 1,1 2-1,0 2-720,-1 2 0,1 4 0,0-3-1081,-1 1 0,1 3-1236,-1 4 3139,7 0 0,2 0 0</inkml:trace>
  <inkml:trace contextRef="#ctx0" brushRef="#br0" timeOffset="29">24040 11266 11093,'0'-8'833,"0"2"0,0 7 0,0 4-900,0 5 1,0-2 0,0 1 0,0 2-87,0 2 0,2 3 1,1 2-1,2 1-192,-2-2 0,0 4 0,0 0 0,2 0-192,-2 0 1,-1-1 0,-2-2-390,0 1 0,5 0 427,0-4 1,1-7-1,-3-5 499,2-6 0,6-12 0,-3-7 0,7-7 0</inkml:trace>
  <inkml:trace contextRef="#ctx0" brushRef="#br0" timeOffset="30">24400 11223 7587,'0'-8'2478,"0"1"-1774,0 1-528,0 4 0,-2-2-196,-3 8 1,4 0 0,-5 4 0,1 0-156,0 0 0,-1 1 1,2 7-31,0 3 0,-1-3 0,5 5 0,0 0 1,0 1 23,0 1 0,0 2 1,1-6-1,4 1 171,5 0 0,3-4 0,1 2 0,2-5 136,3-4 0,-1-5 0,6 0 0,1-2 273,2-2 1,-3-6 0,-1-4 0,-2-3 75,-4-1 1,2-2 0,-3-2 0,-5-1-95,-3 1 0,2-2 0,-5-1 1,-2 0-192,-1 0 1,-4-4-1,-3 2 1,-6 1-107,-7 3 1,2-2-1,-4 2 1,-1 1-679,-3 2 0,-3 7 0,-2 1 0,0 1-559,0 4 0,1 1 0,-1 4 0,0 3-1028,0 4 2181,1 4 0,-1 2 0,0-1 0</inkml:trace>
  <inkml:trace contextRef="#ctx0" brushRef="#br0" timeOffset="31">23033 12144 7779,'5'-10'552,"0"0"1,0 6 106,-5-6 1,0 5-111,0-4 1,0 4-218,0-5 0,0 6 15,0-6-879,0 7 135,0-10 1,0 13 0,0 0 104,0 8 0,-5 5 1,0 3-1,2 1 84,1 2 1,2 5 0,0-3-1,0 2 132,0 2 1,2-2 0,1-1-1,3 0 162,2 1 0,-3-6 0,5 2 0,1-3 116,2-1 1,1-6 0,2-1 0,2-1 43,1-4 1,2-1 0,-4-4 0,2-3 111,-1-4 0,1-4 0,-3-3 1,-3-2 24,0-1 0,-7-2 0,0 4 1,-1-2-84,0 1 0,-2-3 0,-6 2 1,-5 1-213,-5 2 1,2-3-1,-10 0 1,1 3-263,-4 5 1,1 0 0,-1 4-1,0 1-238,2 0 1,1-1-1,7 4 1,-1-2-3438,1 2 2151,0 1 1698,6 2 0,14 7 0,10 1 0</inkml:trace>
  <inkml:trace contextRef="#ctx0" brushRef="#br0" timeOffset="32">24357 12086 7589,'-15'5'263,"1"0"0,0-1 1,-1-4 98,1 0 0,-1 0 0,1 0-98,0 0 1,4 2-1,0 3-149,-1 4 1,0-1 0,1 2 0,4 1-141,0 2 1,4 1 0,-3 1 0,4 1-202,1 3 0,0-1 1,1 4-1,4 0-28,5 1 1,2-6 0,4 2 0,4-3 130,4-1 0,3-6 0,2-1 0,-1-1 175,1-4 0,5-1 0,-1-4 1,-1-3 408,-1-4 1,-4-4 0,-3-3-142,-5-3 0,-3 1 1,-2-4-1,-1-1 0,-3 3 91,-6-1 0,-2-3 1,-4 5-1,-4-1-219,-8 0 0,-2 4 1,-8-4-1,-2 6-394,-1 4 0,-2-1 1,0 7-1,2-1-673,3-2 0,-1 6 0,6-4-1605,1 3 2480,2 2 0,8-6 0,2-2 0</inkml:trace>
  <inkml:trace contextRef="#ctx0" brushRef="#br0" timeOffset="33">24860 10503 7589,'-9'-6'-93,"-1"-4"0,7 2 692,-2-1 0,3 4-31,2-5-394,0 7 0,2-3 0,1 4-12,2-3 1,6 4 0,-1-4-52,3 3 0,1 2 0,0 0-87,1 0 0,-1 0 0,1 0 0,-1 0-52,0 0 0,1-4 0,-1-1 0,1 2-62,-1 1 0,0 2 1,1 0 49,-1 0 0,0 2 23,1 2 0,-2 0 68,-4 5 1,2 1 0,-6 4 0,-2 1 41,-1-1 0,-2 5 0,0 2 0,0 0-30,0 0 0,5 9 0,0-1 0,-2 3-94,-2 3 0,-1 2 0,0 7 1,0 3-26,0 1 0,0 4 0,2-2 1,1 1-3,2 4 1,0-1 0,-5 0 0,0-1 64,0 1 0,0-2 0,1-1 1,3 0-32,0 0 0,1-9 1,-5 1-1,0-2-137,0 1 1,0 1 0,0-1-1,0-4 61,0-4 0,2-4 0,1-1 0,2-1 41,-2 1 0,0 0 0,0 0 1,2 0 88,-2-1 1,1-2 0,-1-1 0,2 3-100,-2-3 0,-2-1 0,-1 2 1,0-2-147,0 1 0,0-2 1,2-1-1,1-1-84,2-4 0,0-1 0,-5-1 0,0-1 80,0 1 1,6-1 0,2 0 225,0 1 0,0-6 171,-3 1 0,-4 0 0,4 4 40,-3 0 0,-2-4 1,0 0 46,0 1 0,0 2 41,0 1 1,0 0 596,0 1-6,0-7-62,0 4 47,0-10-381,0 4 1,-2-6 302,-3 0-788,4 0 1,-12 0-178,4 0 0,-4 0 0,-2 0 0,1 0-706,0 0 1,-1 0 866,1 0 0,-7 0 0,-1 0 0</inkml:trace>
  <inkml:trace contextRef="#ctx0" brushRef="#br0" timeOffset="34">8387 17323 6586,'10'0'1755,"-1"0"-959,-5 0-436,2 0-360,-6 0 1680,0 0-1489,-6 0 66,4 0-131,-4 0-78,6 0-315,0 0 1,-5-1-1,0-4 179,2-5 1,1 2-1,1-1 1,-2-2 51,-2-2 0,-2-2 0,4-1 1,-3-1 62,-2-2 0,-2-5 1,-3 3-1,1-1 263,-3-4 1,4 0 0,-8 1 0,3 2 172,1 3 0,3-4 1,0 5-122,3 1 1,1 2 0,-3 2-65,1-1 0,5 7 0,-3 2 8,2-1 1,0 6-77,1-4 1,-2 2 0,-4 0 95,2-2-87,5 0-612,-8 5-281,10 0-825,-4 0-7,6 0 416,0 0-15,6 0 0,-3-2 1105,7-2 0,-1 2 0,6-4 0</inkml:trace>
  <inkml:trace contextRef="#ctx0" brushRef="#br0" timeOffset="35">8200 17136 6603,'0'15'271,"0"-6"541,0 1-667,0-7 0,-1 8 361,-4-6-317,3 0 1,-4-3 0,4 1 335,-2 2-116,2-1-278,-4-4 0,6 2 101,0 3 178,0-4 67,0 6-385,0-7 1,0-2 29,0-3 0,0-3 0,0-6-12,0 0 0,4-1 1,3 1-1,-1-1 61,0 1 0,6-5 0,-4-2 0,1 0-119,1 0 1,-1-4 0,6 2-1,-1 0-148,1-1 1,-6 6 0,1-3 0,1 2-6,2 0 1,-4 4-1,-1 6 1,0-1-278,0 2 0,-3-3-205,5 6 1,-1 0-1487,6 5 958,-7 0 1,3-1 1110,-6-4 0,-1 3 0,-4-4 0</inkml:trace>
  <inkml:trace contextRef="#ctx0" brushRef="#br0" timeOffset="36">8632 16906 6470,'-14'0'2424,"4"0"-1590,0 0 1,7 2 137,-2 3 1,2-4-88,-2 4 0,5-3-432,0-2 0,2 4 1,8 1-357,1-2 0,2-1 1,1-2-1,0 0-203,1 0 1,-1 0-1,0 0-192,1 0 1,-1 0 0,1 0 0,-1 0 0,0 0-660,1 0 1,-1 0 338,1 0 0,-1 0 0,0 0 0,1 2-124,-1 2 1,-4-2-1,-1 3-544,2-4 1286,-4-1 0,-1 7 0,-6 1 0</inkml:trace>
  <inkml:trace contextRef="#ctx0" brushRef="#br0" timeOffset="37">8675 17108 7589,'0'9'473,"2"-1"589,2-1 0,0-3-616,5-4 1,-4 0 0,5 0-315,1 0 1,2 2-152,1 3 1,0-4 0,1 4 0,-1-3 0,1-2-631,-1 0 1,0 0 0,1 0-634,-1 0 0,0 0 1282,1 0 0,6 0 0,1 0 0</inkml:trace>
  <inkml:trace contextRef="#ctx0" brushRef="#br0" timeOffset="38">9351 17251 6392,'-8'0'1979,"2"-1"1,6-4-1665,0-5 1,0-2 0,0-3 0,0-1 0,0-3-13,0-5 0,1-3 1,3-2-1,0 0-236,0 1 1,2-6 0,0-1 0,1 0-208,-1 0 0,-1-4 0,-3 6 0,1-1-158,2-1 0,1 5 0,-3-4 137,2 4 0,0 2 1,-5 3-1,0 2 0,0 3 226,0 2 1,0 2 694,0 2-26,0 6-580,0 1 1,1 9-46,4 3 1,-3-2 0,4 6 0,-1 3-3,0 0 0,4 3 0,-2-1 0,1 2-49,3 3 0,-3 4 0,2 6 1,1-2-1,1 0 45,3 2 1,-1-4 0,-1 9-1,-2-4-62,-1-1 1,-1 1 0,6 1-1,-2-1-96,-4-3 1,4-1-1,-5 1 1,2-3-200,-1-5 1,-4-3 0,3-1-778,-2-1 1,1-4-163,-2-1 1,-4-7 515,4-2 0,-5-7 677,-5-7 0,-3-7 0,-6-1 0</inkml:trace>
  <inkml:trace contextRef="#ctx0" brushRef="#br0" timeOffset="39">9423 16892 7589,'10'8'799,"-2"-2"321,-2 1 0,1-6-270,-3 4 0,0-3-762,5-2 1,1 0-544,4 0 0,0 0 0,1 0 1,-1 0 454,1 0 0,-1 0 0,0 0 0</inkml:trace>
  <inkml:trace contextRef="#ctx0" brushRef="#br0" timeOffset="40">9797 16489 7579,'-6'8'127,"4"0"0,-4-5 768,-1 2 1,6 1 1441,-4-1-371,3-3-1610,2 4 0,7-6 1,2 0-521,4 0 0,2 0 1,-1 0-346,0 0 0,1-5 0,-1 0 0,1 2-585,-1 2 1,5 1-1,0 0 1,-1 0 1093,-2 0 0,5-7 0,1-1 0</inkml:trace>
  <inkml:trace contextRef="#ctx0" brushRef="#br0" timeOffset="41">10358 16316 7579,'-6'-14'1420,"3"6"960,-7 3-1910,7 3 0,-3 9 0,6 2 0,0 6-265,0 4 0,0-1 0,0 6 0,0 1-228,0 2 0,4 7 1,1 1-1,0 2-85,1 3 0,-4 1 1,4 3-1,-1-1-89,0 0 1,0-5 0,-5-1-1,0-2 7,0-3 1,0-3-1,0-5 1,0-3 219,0-1 333,0-10 0,0 1 223,0-16 0,0-3-302,0-6 1,0 5 0,0-1-325,0-1 1,1 3-210,4-2 1,1 5-1,6-3 1,-3 2-103,2 3 1,-3 1 0,2 2 0,1 0-20,2 0 1,1 0-1,1 0 215,-1 0 1,1 5 0,-3 1 0,0 2 153,-3 4 0,-1 0 0,3 3 183,-1-1 0,-7 2 0,2 2 0,-3 2 1,-2 1 157,0 0 1,-2 3 0,-3-3 0,-4 1-124,-4 4 1,-6-1-1,-1-1 1,1-5 35,-2-3 0,4-1 1,-6-1-1,1-1-46,0-3 1,4-4 0,-1-6 0,1 0-506,-1 0 0,3-2 0,-1-2-613,5-6 0,1-4 1,6-6-1,2-4 911,2-3 0,1-1 0,0-1 0</inkml:trace>
  <inkml:trace contextRef="#ctx0" brushRef="#br0" timeOffset="42">12070 16302 7579,'0'-10'-194,"0"1"0,0 4 2705,0-5-1021,0 7-1235,0-3 0,-1 7 0,-2 4 0,-2 5 1,2 2 6,1 3 1,4 6 0,1 3-330,2 3 1,1 3 0,-1 4 0,3 4 0,1 4-311,1 1 0,-2 6 0,3 3 115,-1-1 1,-2 5 0,1-5 0,-4 2 0,-3-4 73,-2-4 1,0-5 0,0-11 293,0-1 295,0-5 1,0-10-38,0-13 1,0-7-1,0-7-120,0-1 1,0 1 0,0 0-241,0-1 1,0 6 0,0-1-161,0-1 1,0-2-15,0-1 1,4 4-1,3 1-95,1-3 1,1 0-1,6-1 89,-1 3 1,-4 4-1,-1 6 1,3-2 71,0-3 0,3 4 0,-1-4 0,1 3 41,-1 2 0,0 0 1,1 2-1,-1 1-36,0 2 0,1 5 0,-1-4 0,1 0 49,-1 1 0,-1 4 1,-4-1-1,-4 2 72,-3 3 1,-2-1 0,0 2 0,-2 3 223,-3 5 1,-3 2 0,-8-1 0,-3-1 51,-5 2 0,2 1 0,-2 0 0,-2-3-91,-1-5 1,0-3 0,1-1-1,2-2-261,-1-4 0,4-2 1,0-7-1,2-4-767,0-5 1,0-7 820,4-13 0,-5-12 0,-3-4 0</inkml:trace>
  <inkml:trace contextRef="#ctx0" brushRef="#br0" timeOffset="43">9955 16244 8678,'-8'2'898,"4"3"0,2-2-683,2 6 0,0 1-141,0 4 0,0 1 1,0-1-77,0 1 0,0-1 1,0 0-1,0 1 1,0-1-51,0 1 0,0-1 0,2 0-17,2 1 0,-2-1 0,3 1 0,-4-1 0,-1 0-74,0 1 0,0-1 1,2-1 63,3-4 1,-4 4 0,4-3-137,-3 3 1,-1-1-1,3 0-819,0-3-20,1-6-162,-5 4 1216,7-7 0,-6 0 0,6 0 0</inkml:trace>
  <inkml:trace contextRef="#ctx0" brushRef="#br0" timeOffset="44">12560 16762 7580,'0'8'0,"0"5"383,0-3 1,0-2-1,0 1 84,0 2 1,0 2-475,0 2 1,0-1-1,0 0 1,0 1-14,0-1 1,0 5 0,1 1 0,2-3 0,4 1 14,1 1 0,1-3 0,4 3-53,-3-3 1,2-3 0,-2-2 0,3-3 0,1 0 273,1 0 0,-1-5 1,0 2-1,1-3 132,-1-2 1,-4-5 0,-2-2 0,0-2-15,0-7 0,-3 1 0,3-5 0,-2 0-177,-3 1 0,-1-5 0,-2 4 1,0-1-249,0 0 0,-2-3 0,-1 5 0,-2 1-442,2 2 1,-3-3 0,-1 0 0,1 1-720,-1 2 1,1-3 1251,1 0 0,4 0 0,-6 4 0</inkml:trace>
  <inkml:trace contextRef="#ctx0" brushRef="#br0" timeOffset="45">12977 16676 7580,'0'14'1445,"0"1"0,1-7-1029,4-3 0,-2-4 1,7 1-1,1 1-197,2 2 0,1-1 1,1-4-1,1 0-107,3 0 1,-3 0 0,5 0 0,-2 0-477,0 0 0,0 0 1,-4-1-1,-1-2-477,0-2 1,-4-1 0,-2 1-1,0-5 841,0-3 0,-5-1 0,3 0 0</inkml:trace>
  <inkml:trace contextRef="#ctx0" brushRef="#br0" timeOffset="46">13049 16287 7580,'-10'0'414,"2"2"0,0 1 345,0 2 0,5 1 1,-4-2-1,3 2 39,-1 2 0,0 2 0,5 6-646,0 3 1,0 3 0,0 9 0,2 4-285,3 8 1,-2 6 0,6 9 0,2 1 0,1 2-314,-3 1 0,4 1 0,-3-7 0,2-4-923,3-4 0,-6-3 1368,1-2 0,6-6 0,6-2 0</inkml:trace>
  <inkml:trace contextRef="#ctx0" brushRef="#br0" timeOffset="47">14559 17309 7574,'8'6'938,"-1"-4"0,-6 4 0,2-7-424,2-4 1,2 0 0,-4-8 0,3-4-103,2-4 0,-3-5 0,3-5 1,0-5-277,0 0 1,2-8 0,2-5 0,0-2-78,-3-4 0,1 4 0,4-2-59,1-1 0,-3 0 1,0 1-1,-3 5 0,2 5-50,2 4 0,-3 3 1,-2 5-1,0 3 45,0 5 1,-4 7 171,6 7-174,0 2 0,2 14 0,0 2-1,-3 4 1,-4 3-1,5 3 1,1 5 0,2 5-26,1 4 1,0-1 0,2 5 0,2 0 45,1 0 0,0-4 0,-4 4 0,-1-2 40,0-3 1,1-1-1,-2-3 1,-2 1-98,-2 0 0,-1-2 0,2-3 0,-5-5-231,-4-3 1,1-1 0,1-1-467,2 0 1,0-4 0,-5 0-544,0 1 0,0 2 539,0 1 0,0-4 0,-2-2-221,-3-2 966,4-1 0,-12-5 0,5 0 0</inkml:trace>
  <inkml:trace contextRef="#ctx0" brushRef="#br0" timeOffset="48">14732 16906 7574,'0'-8'1822,"2"2"-769,2 6 1,0 0-572,5 0 1,-4 0-1,4 0-439,3 0 0,0 0 0,3 0-567,-1 0 0,5 0 0,2 0 0,0-2 0,1-1 524,1-2 0,7-6 0,7 3 0</inkml:trace>
  <inkml:trace contextRef="#ctx0" brushRef="#br0" timeOffset="49">15235 16460 7574,'15'0'2482,"-1"7"-1008,1-6 0,-6 6-685,1-7 0,-1 0-914,6 0 0,-1 0-220,1 0 0,-1 0 0,0 0 0,1 0-715,-1 0 0,0-5 0,1-2 1060,-1-1 0,1-1 0,-1-6 0</inkml:trace>
  <inkml:trace contextRef="#ctx0" brushRef="#br0" timeOffset="50">15797 16187 7551,'8'0'5309,"-2"0"-4616,-6 0 0,0 6 0,0 4-373,0 3 1,0 6-1,0 0 1,0 0-264,0 2 1,0-4 0,0 7 0,0 2-205,0 1 0,0 4 1,0 1-1,0 1-620,0-1 0,5-3 0,1-4 0,1-2-317,-1-2 1,4 3 0,-6-5-1013,-1-2 2096,-1-1 0,4-1 0,2-1 0</inkml:trace>
  <inkml:trace contextRef="#ctx0" brushRef="#br0" timeOffset="51">17422 16561 7569,'-13'-19'0,"2"-1"168,2 3 1,1-4-1,-3 0 1,1 1 0,0-3 225,2 1 0,0 4 0,5-1-240,-2 3 1,1 2-207,4-1 230,0 7 1,0 3-85,0 10 1,0-2 0,0 7 0,0 3 29,0 4 0,1 1 0,2 8 0,4 2-147,1 4 1,1 3 0,6-1 0,-1 4-179,0 4 0,1 1 1,-1 0-1,1 0-21,-1 1 1,-1-1 0,-2 0 98,-1 0 0,-2-1 0,3-4 0,-3-4 1,-2-6-85,-3-4 1,-1-3 209,-2-6 1,-2-9 63,-2-6 1,-3-2 0,-4-7 0,1-2 48,-1-2 0,-6-2 1,-3 1-1,3 0 124,1-1 1,-3 1 0,0-1 0,-1 1-51,0 0 1,4 4-1,-5 2 1,2 2-187,-1 3 0,1-4 0,5 2 1,-1 2 64,1 2 1,0 7 0,-1 4 0,1 4-249,0 5 1,6-1 0,3 6 0,3 1 3,2 2 1,0 7 0,0 0 0,2-1 102,3 2 0,7-4 1,9 2-1,0-4-47,0-5 0,4 2 1,-2-9-1,1-2-172,0-4 1,3-8 0,3 2 0,-3-4-1246,0-1 1536,7-12 0,-4-4 0,6-13 0</inkml:trace>
  <inkml:trace contextRef="#ctx0" brushRef="#br0" timeOffset="52">17739 16992 7587,'-7'15'0,"-2"-2"195,-4-4 0,-1 4 0,-1-5 1,2 2-90,4-1 1,-4 1 0,5 4 0,0 1-151,3-1 0,4 0 0,1 1 0,0-1 126,0 1 0,6-6 0,4 1 1,2-1 112,3-1 1,4 3 0,0-6-74,-1-2 0,3-1 1,-2-2-1,-2 0 415,-1 0 1,-1 0 0,-1 0 43,0 0 1,-6-6 0,-3-4-534,-3-3 0,-9-1 0,-2-2 0,-4-2 1,-3-2-545,-3-3 0,-2 4 0,-4-3 0,1-1 496,-2 1 0,-1-2 0,-2-5 0</inkml:trace>
  <inkml:trace contextRef="#ctx0" brushRef="#br0" timeOffset="53">17983 17007 7572,'10'1'915,"0"4"1,-1-3-404,6 3 0,-1-10-158,0-5 0,1-3-105,-1-1 0,-6 0-105,-3-1 1,-4 1-120,-1 0 1,-1 1 0,-4 3 27,-5 5 1,-2 4 0,-3 1-63,1 0 1,0 1 0,1 6 0,2 6-103,1 4 0,5 2 0,-3-3 0,0 3-90,0 5 1,5-1 0,-2 1 0,4 0-2,1-2 0,4 4 1,3-5-1,1-1-238,3 1 0,2-3 0,1-9 0,2-4 440,3-3 0,4-2 0,5 0 0</inkml:trace>
  <inkml:trace contextRef="#ctx0" brushRef="#br0" timeOffset="54">18429 16791 7572,'-6'14'185,"-2"1"0,-8-1 0,-2 1 368,-1-1 1,0 0-1,5 1 1,-1-1-257,1 1 0,-4-1 1,2 0-1,5 1 46,3-1 0,3 0 0,5 1-274,0-1 0,2-6 0,3-1 0,4-3-90,4 1 0,3 5 1,2-4-1,1 2-132,-2 3 0,-1-3 1,-1 2-1,-1 1-11,1 2 0,-3 1 0,0 1 124,-3-1 0,-6 1 0,2-1 0,-3 2-120,-2 3 0,-2-3 0,-1 3 0,-3-4-723,-2-6 1,-2 2 882,-4-6 0,-1-6 0,1-7 0</inkml:trace>
  <inkml:trace contextRef="#ctx0" brushRef="#br0" timeOffset="55">18674 16964 7572,'0'14'0,"0"0"533,0 1 0,0-1 191,0 1 1,0-1 0,-2 0 0,-1 1-120,-2-1 1,1 1-1,4-1-372,0 0 0,0 1 0,0-1-95,0 1 1,0-6-1,0 1-47,0 1 0,1-5-381,4-1 313,-3 3 1,4-8 0,-6 0 69,0-8 0,0-5 1,0-1-1,0 0-37,0-1 0,5-4 1,0 0-1,-1 1 89,3 2 1,-4 2-62,6-1 1,-4 3 0,3 0-1,0 3-155,0-2 1,-3 3-3,5-2 1,-1 8 0,6 2-103,-1 8 1,-4 10 0,-1 1 0,1 0-210,-2 2 0,5-5 0,-5 3 1,1-3-464,1-1 0,-5-1 1,4 1 846,2-1 0,2 0 0,1 1 0</inkml:trace>
  <inkml:trace contextRef="#ctx0" brushRef="#br0" timeOffset="56">19494 16216 7569,'0'14'569,"-2"-1"1,-1-2 324,-2-2 0,-6 1 0,3 4 0,-1 1-102,-1-1 0,7 1 0,-4-1 0,3 2-924,-1 3 0,-5 4 1,4 7-1,-2 2-560,-3 1 0,3 9 1,-2 0-1,-1 6-1322,-2 3 2014,5-5 0,-5 10 0,5-5 0</inkml:trace>
  <inkml:trace contextRef="#ctx0" brushRef="#br0" timeOffset="57">19508 16762 7569,'0'15'926,"5"-6"1,0 1 215,-2 1 1,5-5 0,2-1-752,3-3 1,1 3 0,0-1 0,1 0-263,-1-3 1,5-1-1,2 0-235,1 0 0,1 0 0,2 0 0,-2 0 0,-1 0-489,1 0 1,-1-5-1,2-1 595,-5-2 0,3-2 0,1-4 0</inkml:trace>
  <inkml:trace contextRef="#ctx0" brushRef="#br0" timeOffset="58">19810 16359 7885,'-14'0'1304,"5"5"-426,-1 0 0,2 1 0,-3-1 0,3 5-176,1 3 1,3 1 0,4 2-1,0 3-285,0 5 0,0 10 1,0 6-1,0 4-346,0 4 0,0 8 0,0 0 0,0 5-186,0 0 1,1 1-1,2-4 1,4-7-1094,1-5 0,-5-4 1,3-4 1207,1-4 0,1-4 0,6-1 0</inkml:trace>
  <inkml:trace contextRef="#ctx0" brushRef="#br0" timeOffset="59">21134 16906 7570,'-14'0'322,"-1"0"0,6 0 0,-1-1 0,-1-3 0,-2 0 818,-1 0 1,-1 3-1,1 1-921,0 0 1,4 0 0,0 0-1,-1 0-138,-2 0 1,4 5 0,1 1-1,0 2-107,0 3 0,3 4 0,-3 2 0,2 2-222,2-1 1,3 4 0,1 1 0,0-1-160,0-3 0,6 2 0,4-2 313,3-1 0,1-4 0,0-4 0,1-5 247,-1-4 1,1-7 0,-1-4 0,-1-3 316,-4-1 0,4 0 1,-3-2-1,1-2-62,-1-1 0,2 0 0,-4 4-284,0 1 1,5 1 0,-3 3-469,2 6 0,-2 2 0,-2 4 54,-2 2 1,4 4 0,-4 7 0,1-1-150,-1 1 1,4-1-1,-4 0 1,2-1-1801,3-3 2239,-4 3 0,6-5 0,-5 6 0</inkml:trace>
  <inkml:trace contextRef="#ctx0" brushRef="#br0" timeOffset="60">21379 16187 7570,'0'-15'443,"0"1"1,-2 0 581,-3-1 0,2 7-450,-7 3 0,7 5 0,-3 5 0,1 5-108,0 3 1,0 9-1,5 7 1,0 8-158,0 4 0,2 9 1,1 2-1,4 6-243,1 4 0,-4-1 0,6 8 1,0 3 114,-2 3 0,4 2 0,-4-7 1,2-5 103,0-7 1,-6-5-287,6-5 0,0-10 0,4 4 0</inkml:trace>
  <inkml:trace contextRef="#ctx0" brushRef="#br0" timeOffset="61">21853 16906 7534,'-9'-14'0,"-1"-1"64,-1 1 1,3 0 0,-2 1 0,1 2 376,1 1 0,-5 2 1,5-3-1,-1 3 539,-1 1 1,5-4 58,-4 2 0,5 1-530,0-2 1,4 7-190,4-2 1,0 3-163,5 2 1,-6 7 0,2 2 0,-2 6-431,2 4 0,-2-1 1,5 6-1,0 0-212,0-2 0,0 5 0,3-4 0,-1-1 212,1-3 0,-3 2 0,2-2 1,1-1 213,2-2 1,-4-7 0,1-1 521,1-1 1,-3-3-208,2-4 0,-2-6 0,1-4 0,-4-2-7,-3-3 0,-2 1-686,0-1 0,1 3-68,4 2 0,-2 4 0,7 7 0,0 4 206,-2 5 0,4 2 1,-2 3-1,3-1 321,1 1 1,-4-1-1,-1 0 1,2 1 427,2-1 0,0 1 0,-2-3 201,-1-2 0,-5-4 1,3-4-1,0 1 7,0 2 0,-5-7 1,2-7-605,-4-4 1,-1-3 0,0-2 0,0-1-544,0 2 0,-1 1 1,-3 0-1,0-2-763,0-1 0,3 0 0,2 4 1251,4 1 0,-3 0 0,4-1 0</inkml:trace>
  <inkml:trace contextRef="#ctx0" brushRef="#br0" timeOffset="62">22530 16949 12132,'-15'0'1055,"1"0"-882,-1 0 0,6 0 0,-1 0 0,-1 0-173,-2 0 0,-1 0 0,0 0 0,-1 2-312,1 3 1,-1 3-1,1 4 1,1 0-42,4-3 0,-3 1 0,8 4 1,0 1 62,3-1 1,1 0 0,1 1 361,4-1 0,3-6 0,7-1 0,-1-3 1,0 1 191,1-2 0,-1-1 0,1-4 0,-1-1-101,0-2 0,1 1 1,-1 2-1,0-1-89,1-2 0,-1 0-279,1 5 0,-1 0-280,0 0 0,-4 0 1,0 0-565,1 0 1,-3 0 1048,1 0 0,1-6 0,4-2 0</inkml:trace>
  <inkml:trace contextRef="#ctx0" brushRef="#br0" timeOffset="63">22659 16820 7763,'8'0'4512,"-2"1"-4083,-6 4 1,2 2-1,1 5 1,2 1-270,-2 3 1,5 3 0,0-1 0,2 3-310,-1 1 1,-1-3-1,4 5 1,-3 0-404,2-1 1,2-3 0,0-5 0,-2-1 551,-1 1 0,-1-1 0,6 0 0</inkml:trace>
  <inkml:trace contextRef="#ctx0" brushRef="#br0" timeOffset="64">22918 16733 7816,'-2'15'404,"-2"-1"1,0-1 0,-4-2 0,0 0 515,0 5 0,5 0 1,-3 8-1,1 2-605,0 1 0,-4 8 1,2 4-1,-1 4-291,-3 5 1,0 3-1,0 7 1,1-1-115,-1 1 0,0-6 1,0 1-1,1-2-351,-1-4 0,4-6 0,1-12 1,1-2 440,0-3 0,-6 3 0,3-4 0</inkml:trace>
  <inkml:trace contextRef="#ctx0" brushRef="#br0" timeOffset="65">23163 16877 7569,'0'-14'432,"0"0"0,-5-1 0,0 1 309,2-1 0,-4 1 0,1 1 110,-2 4 1,3 2-657,-4 7 0,1 2 1,-4 3-196,3 4 1,1 9 0,-3 1-1,3-1 43,1-2 1,3-2 0,4 0-238,0 1 0,0-1 0,0 1 116,0-1 1,6 0-1,4-1 176,2-3 0,-2 2 1,-1-2-58,3 3 1,-1 1 0,0 1 2,-1-1 1,-7 0 0,2 1 61,-4-1 0,-1 1 0,-1-1-531,-4 0 0,2-4 0,-7-2-807,-1-2 0,0-2 1232,1-9 0,-3-10 0,5-7 0</inkml:trace>
  <inkml:trace contextRef="#ctx0" brushRef="#br0" timeOffset="66">24198 16662 7580,'-1'12'994,"-2"0"1875,-2-3-2257,0 1 1,7-2 0,2-3-304,6-4 1,-2-1-1,2-1 1,1-4-178,2-5 1,1-1 0,-1 0-1,-2 1-282,-1-1 0,-2-2 0,3-1 1,-3-1-200,-2 1 0,-1 0 1,-3-1-1,1 1-44,2-1 1,-1 1 0,-4 0 252,0-1 1,-4 6-1,-3 1 1,-1 1 123,-3 4 1,-2-3 0,-1 1-1,-1 2 106,1 1 1,0 7 0,-1 1 0,1 4 96,-1 6 1,1-2 0,1 7 0,2 0 54,2 3 0,4 3 0,-3 2 0,1 0 37,4-1 0,2 3 0,2 1 1,4 1-9,5-1 1,2-3-1,3-3 1,-1-4-240,0-1 1,1-2-1,-1-5 1,2 1-520,3-1 1,-3-4-1,4-2 1,-4-2-36,-2-3 1,0-1 0,2-4 0,2-3-316,1-4 0,0-6 0,-6-2 837,-3-2 0,9-13 0,-3 1 0</inkml:trace>
  <inkml:trace contextRef="#ctx0" brushRef="#br0" timeOffset="67">24472 16475 7574,'-7'14'633,"6"0"1,-4 1 243,3-1 1,2 0-1,0 1 1,0-1-330,0 1 1,2-1-1,1 0 1,4 1-245,1-1 0,1 1 0,6 1 0,1 1-176,3 2 1,-3 0 0,3-3-1,-3 0-266,-2-1 0,1 2 1,-1-7-1,0 1-869,1-1 1,-6 1 0,1-6 1006,1-2 0,-4-8 0,-1-3 0</inkml:trace>
  <inkml:trace contextRef="#ctx0" brushRef="#br0" timeOffset="68">24688 16431 7574,'-15'5'416,"1"2"431,-1 1 0,6 1 0,-2 6 1,-4 0-367,-2 5 1,-4 2 0,3 7 0,-2 0-569,-3-1 1,6 1 0,-3 0-1,4 0-498,2-1 1,1 1 584,4 0 0,-4-7 0,5-1 0</inkml:trace>
  <inkml:trace contextRef="#ctx0" brushRef="#br0" timeOffset="69">25004 16489 7584,'-8'22'0,"2"-3"468,-1-3 1,6-1 0,-4-1-1,3 1 322,2-1 1,-1 0-1,-2 1 1,-2-1-566,2 1 0,1 1 1,2 1-1,0 2-122,0-1 1,0-2 0,2-2-271,2 1 0,-2-1 0,3 0-1609,-4 1 1776,6-7 0,-6-8 0,6-8 0</inkml:trace>
  <inkml:trace contextRef="#ctx0" brushRef="#br0" timeOffset="70">24990 16417 7577,'-10'2'0,"1"1"741,-3 2 0,0 1-1355,-3-1 364,7-4 0,8 4 1,11-8 249,7-2 0,4-6 0,7 3 0</inkml:trace>
  <inkml:trace contextRef="#ctx0" brushRef="#br0" timeOffset="71">25306 16374 7577,'0'14'376,"-1"-4"296,-4-1 1,-3 1 0,-7 4 41,1 1 1,0-1-479,-1 1 1,6-3-1,1-1 67,1-1 0,3 0-186,4 4 0,0 0 0,1 1-123,4-1 0,-2-4 0,7-1 69,1 3 1,-3 0 0,0 3 0,0-1-20,0 1 0,-3-1 0,3 0-39,-2 1 1,-1-1 0,-5 0 0,0 1 0,0-1-104,0 1 1,0-1-1,-2 0 1,-3-1-300,-4-3 0,1 1 1,-2-6-1,-1-2-1466,-2-1 1863,5-2 0,-4 0 0,4 0 0</inkml:trace>
  <inkml:trace contextRef="#ctx0" brushRef="#br0" timeOffset="72">25522 16460 7577,'2'10'875,"2"-1"1,4-1-1,7 2-10,-1-5 1,1 1-1,-1-1-469,0-2 0,1-1 0,-1-2 1,1 0-386,-1 0 1,0 0-1,1 0 1,-1 0-396,0 0 1,1 0-1,-1 0 1,1-2-879,-1-3 1262,-6-3 0,5-6 0,-5 0 0</inkml:trace>
  <inkml:trace contextRef="#ctx0" brushRef="#br0" timeOffset="73">25666 16072 7577,'-14'0'2543,"4"0"-1123,0 0 1,6 1-838,-6 4 0,7 3 0,-2 6-174,3 1 0,2 1 0,0 3 1,0 7-209,0 6 0,0 4 0,0 9 1,0 3-252,0 5 0,0 4 1,0 4-1,0 1-7,0-1 1,0-2-1,0-3 1,0-5-438,0-7 0,0-8 1,0-8-1,2-3-86,3-1 1,-2-11-1,7 0 1,1-5-770,2-5 1,-4-2 1348,1-1 0,-1-6 0,6-2 0</inkml:trace>
  <inkml:trace contextRef="#ctx0" brushRef="#br0" timeOffset="74">26098 15957 11460,'-7'14'942,"6"-4"0,-4-1-434,3 2 0,2 2 0,0 3 0,0 3 0,0 7-101,0 6 1,0 0-1,0 6 1,2 4-424,3 4 0,-4-1 0,4 3 0,-2-3-156,2-2 0,-2-5 1,5-3-1,-1-3-2764,-4-5 2936,5-1 0,0 3 0,6 0 0</inkml:trace>
  <inkml:trace contextRef="#ctx0" brushRef="#br0" timeOffset="75">26155 17093 7601,'-6'21'3174,"-4"3"1,2-3 654,-1-2-4001,5-9 1,-2-10 171,6-10 0,13-9 0,3-4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FA959-D55C-4DB3-AE31-3DF16709745A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D1F89-5BA5-44E3-B8A3-0D5DA4AF7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7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542353b19a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542353b19a_0_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g1542353b19a_0_1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1F57FD4C-14FA-2541-1537-E624A2142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CFC252FC-E7EA-115C-B706-186F98E1CB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5F116B50-F583-1F22-A31B-826687E64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9184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5E1141C-C80C-4970-1CB7-5BCA78A64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8429D495-5830-963D-46B1-31CCA988A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0AAFB4D6-9BBF-FE51-DCBC-183F93174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9588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2CC17C9-6A49-632F-49E9-BFF90C90A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03CC48D9-7CDD-BB9F-E544-050D842D3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677ADF32-DA85-8175-A49E-7C5DC7387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5746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7A41E1A-0C8F-93D9-9E41-0F1905A61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50B7C0D3-AF64-1581-46DA-1E33A58888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F6D3AF97-3264-AD92-6B7D-2A94ED14D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8035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5552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4611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1881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ECA8B9F9-D380-ECC2-8954-99277C313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BA4D2B73-7DF6-27E8-81F6-34F11B5746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D2043498-A0CB-E10A-5A19-2F3F50E549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5587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0742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890fe8d4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4890fe8d41_0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14890fe8d41_0_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420EEDAC-0515-DD3C-D0F9-C68C64EE8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890fe8d41_0_2:notes">
            <a:extLst>
              <a:ext uri="{FF2B5EF4-FFF2-40B4-BE49-F238E27FC236}">
                <a16:creationId xmlns:a16="http://schemas.microsoft.com/office/drawing/2014/main" id="{067BD506-FD90-073B-EB58-40A5FB970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4890fe8d41_0_2:notes">
            <a:extLst>
              <a:ext uri="{FF2B5EF4-FFF2-40B4-BE49-F238E27FC236}">
                <a16:creationId xmlns:a16="http://schemas.microsoft.com/office/drawing/2014/main" id="{9E4353CC-75E1-C44E-0E34-A358712AE9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14890fe8d41_0_2:notes">
            <a:extLst>
              <a:ext uri="{FF2B5EF4-FFF2-40B4-BE49-F238E27FC236}">
                <a16:creationId xmlns:a16="http://schemas.microsoft.com/office/drawing/2014/main" id="{2FF36032-6C2B-9E5A-84A2-C0F8900C71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81940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53BC04D3-3A9E-626F-557D-8C8056AC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890fe8d41_0_2:notes">
            <a:extLst>
              <a:ext uri="{FF2B5EF4-FFF2-40B4-BE49-F238E27FC236}">
                <a16:creationId xmlns:a16="http://schemas.microsoft.com/office/drawing/2014/main" id="{F8BE1588-AA90-B221-8564-C718BE349E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4890fe8d41_0_2:notes">
            <a:extLst>
              <a:ext uri="{FF2B5EF4-FFF2-40B4-BE49-F238E27FC236}">
                <a16:creationId xmlns:a16="http://schemas.microsoft.com/office/drawing/2014/main" id="{A1F054B5-6C6E-0832-82DB-87AF6E942C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14890fe8d41_0_2:notes">
            <a:extLst>
              <a:ext uri="{FF2B5EF4-FFF2-40B4-BE49-F238E27FC236}">
                <a16:creationId xmlns:a16="http://schemas.microsoft.com/office/drawing/2014/main" id="{36EC0637-FA8C-D654-C02E-A4279DC8CA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4725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0047888-6DB4-8BE0-909A-CAABC085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>
            <a:extLst>
              <a:ext uri="{FF2B5EF4-FFF2-40B4-BE49-F238E27FC236}">
                <a16:creationId xmlns:a16="http://schemas.microsoft.com/office/drawing/2014/main" id="{CBC0F16F-3FE4-5FFC-6399-938C1A2538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>
            <a:extLst>
              <a:ext uri="{FF2B5EF4-FFF2-40B4-BE49-F238E27FC236}">
                <a16:creationId xmlns:a16="http://schemas.microsoft.com/office/drawing/2014/main" id="{D2CEF0AD-9159-A28B-E67B-3DAF54D0F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1768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09BA9-0ABF-C705-40B6-591AB9EC1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0A0F3-5DE0-7691-CD38-A83B4698A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2583F-5639-3179-FB61-573D63CEE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68F95-4C1D-9FE0-69C7-6F82EB640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88754-7836-7027-9433-6346D77F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4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B4F35-BAD9-14FE-FB10-BD2E57945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CE0A4-23D1-A8E0-6FE7-BDA02837A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76AC8-0422-6AAA-9856-AF4EC74E9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9ED91-8E0E-2E9F-4F21-6DE24BED7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CDDAE-45BE-4279-6215-537B60B4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09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A1D81-73D0-825E-2D7E-5F69DE63A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49133-8314-D232-C6E9-2127AA711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B0A17-E5A5-695C-F50D-940A8532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D66F6-4AAE-2E7A-90A4-FFE5550A8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B75B1-73E4-F026-FB64-16316635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9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6867F-A257-3C7D-729B-A29789E9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AC3EC-1590-CB92-C139-33CB3D2ED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36B5D-08AA-85B4-6F72-DE092A8AC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833ED-F143-EFD7-96A7-3A0DCFF08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9B4DE-6E04-B94A-194A-AB9AF2743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D3B78-D540-1041-FE6E-355432CC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5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AB1B7-F70E-B0BE-55B8-B956723AA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1763E-0FCE-A225-1212-7D6F8A779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3D6A3-2B46-8434-081B-2F8340C4D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7EAB33-3D5C-9667-D2F9-0C2FA25B9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3FFE2-84FF-4661-8518-8A134A3C9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3BB992-C94D-159E-C68F-0BFD737D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9009F0-1393-19D2-C084-F7231336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D4246-7DD0-BE03-CB29-EB6A1C690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44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B692-F05B-6295-534F-2E7F1029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D7E75-ED4D-14CD-BA68-3D2063BB3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90289-C4C3-5205-23C8-5455CB596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3A81B-3233-98F3-C16B-D6A6481E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0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5CB9D-1C02-E298-3505-7DE2E883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C4370-E4DE-B431-0EF3-82B465AA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0CE7D-F868-7C3E-B1BC-01160D17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4C64-1344-6F90-F801-8198412A3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E0ADB-0704-2E61-34B6-4AF7CB1F6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A50E4-9793-D96F-B939-FF8256768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13EE6-81AE-005C-DD07-36FDBFFA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7262A-3782-9EC4-15FA-0583472A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A31DE-00E3-D995-314D-83010C88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62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287B-FF7B-45B7-B706-824035BD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9E3567-54DE-312F-BCBE-874E84AB12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39C8C-150C-DBAF-A494-FA7C64161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57473-D051-4EA9-118B-2F00DFF3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F3BCF-DE44-BEB1-77B2-DE30B18D8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B3B8B-937B-858E-2746-14DB4769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7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9E3F-D54E-A6A4-9B3D-F2FFED99C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34958-E609-3F56-8D08-36E9FC35E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E4E55-28B1-3523-A89C-1EFD2C5D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E8532-C59D-7EB7-3939-ED706E6B5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B8638-8626-E50F-3F3C-B7D1159FD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77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BCD108-83B5-30AA-C910-C3EB5A26F8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C6484-2772-B546-1A0F-6ECF4CE25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0FD1D-A21F-3B76-C05E-05AFA3C6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78AAA-0091-48C3-8083-70B073A2D013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D5775-7F20-31B5-6503-B2DA28BB7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5C50F-1473-C17B-3FFB-9476A7C2C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36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>
  <p:cSld name="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609600" y="482600"/>
            <a:ext cx="109728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marL="1219170" lvl="1" indent="-472428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828754" lvl="2" indent="-472428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2438339" lvl="3" indent="-472428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3047924" lvl="4" indent="-472427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8575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0" y="1193800"/>
            <a:ext cx="4572000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609601" y="0"/>
            <a:ext cx="10541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0" y="1193800"/>
            <a:ext cx="4572000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609601" y="0"/>
            <a:ext cx="10541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20984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12"/>
          <p:cNvCxnSpPr/>
          <p:nvPr/>
        </p:nvCxnSpPr>
        <p:spPr>
          <a:xfrm>
            <a:off x="1246063" y="1554511"/>
            <a:ext cx="9177403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2"/>
          </p:nvPr>
        </p:nvSpPr>
        <p:spPr>
          <a:xfrm>
            <a:off x="1246063" y="2298984"/>
            <a:ext cx="9177403" cy="300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3"/>
          </p:nvPr>
        </p:nvSpPr>
        <p:spPr>
          <a:xfrm>
            <a:off x="1246064" y="1752884"/>
            <a:ext cx="9177402" cy="40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" name="Google Shape;3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42000"/>
            <a:ext cx="12192000" cy="101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48848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10" descr="Picture 6"/>
          <p:cNvPicPr preferRelativeResize="0"/>
          <p:nvPr/>
        </p:nvPicPr>
        <p:blipFill rotWithShape="1">
          <a:blip r:embed="rId2">
            <a:alphaModFix/>
          </a:blip>
          <a:srcRect l="7417"/>
          <a:stretch/>
        </p:blipFill>
        <p:spPr>
          <a:xfrm>
            <a:off x="0" y="0"/>
            <a:ext cx="1128754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0"/>
          <p:cNvSpPr/>
          <p:nvPr/>
        </p:nvSpPr>
        <p:spPr>
          <a:xfrm>
            <a:off x="4192328" y="-111"/>
            <a:ext cx="799967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11;p10"/>
          <p:cNvCxnSpPr/>
          <p:nvPr/>
        </p:nvCxnSpPr>
        <p:spPr>
          <a:xfrm>
            <a:off x="4731061" y="3174349"/>
            <a:ext cx="6331191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10"/>
          <p:cNvSpPr txBox="1">
            <a:spLocks noGrp="1"/>
          </p:cNvSpPr>
          <p:nvPr>
            <p:ph type="body" idx="1"/>
          </p:nvPr>
        </p:nvSpPr>
        <p:spPr>
          <a:xfrm>
            <a:off x="4731061" y="1908067"/>
            <a:ext cx="6331191" cy="120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body" idx="2"/>
          </p:nvPr>
        </p:nvSpPr>
        <p:spPr>
          <a:xfrm>
            <a:off x="4731060" y="3441562"/>
            <a:ext cx="6331191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 b="1" cap="none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4" name="Google Shape;1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0087" y="2047213"/>
            <a:ext cx="2078103" cy="131967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0"/>
          <p:cNvSpPr txBox="1">
            <a:spLocks noGrp="1"/>
          </p:cNvSpPr>
          <p:nvPr>
            <p:ph type="body" idx="3"/>
          </p:nvPr>
        </p:nvSpPr>
        <p:spPr>
          <a:xfrm>
            <a:off x="4731060" y="3950825"/>
            <a:ext cx="6331191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600"/>
              <a:buNone/>
              <a:defRPr sz="1600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/>
          <p:nvPr/>
        </p:nvSpPr>
        <p:spPr>
          <a:xfrm>
            <a:off x="1700087" y="3366884"/>
            <a:ext cx="1652495" cy="43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pen Sans"/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Online</a:t>
            </a:r>
            <a:endParaRPr/>
          </a:p>
        </p:txBody>
      </p:sp>
      <p:pic>
        <p:nvPicPr>
          <p:cNvPr id="17" name="Google Shape;1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5842000"/>
            <a:ext cx="12192000" cy="101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3495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12"/>
          <p:cNvCxnSpPr/>
          <p:nvPr/>
        </p:nvCxnSpPr>
        <p:spPr>
          <a:xfrm>
            <a:off x="1246063" y="1554511"/>
            <a:ext cx="9177403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3600"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2"/>
          </p:nvPr>
        </p:nvSpPr>
        <p:spPr>
          <a:xfrm>
            <a:off x="1246063" y="2298984"/>
            <a:ext cx="9177403" cy="300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3"/>
          </p:nvPr>
        </p:nvSpPr>
        <p:spPr>
          <a:xfrm>
            <a:off x="1246064" y="1752884"/>
            <a:ext cx="9177402" cy="40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" name="Google Shape;3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42000"/>
            <a:ext cx="12192000" cy="101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7141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7" descr="Picture 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7"/>
          <p:cNvSpPr txBox="1">
            <a:spLocks noGrp="1"/>
          </p:cNvSpPr>
          <p:nvPr>
            <p:ph type="body" idx="1"/>
          </p:nvPr>
        </p:nvSpPr>
        <p:spPr>
          <a:xfrm>
            <a:off x="3154362" y="3105944"/>
            <a:ext cx="5883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06655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>
  <p:cSld name="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609600" y="482600"/>
            <a:ext cx="109728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lvl="0" indent="-304792" algn="l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marL="1219170" lvl="1" indent="-472428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828754" lvl="2" indent="-472428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2438339" lvl="3" indent="-472428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3047924" lvl="4" indent="-472427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3657509" lvl="5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4267093" lvl="6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4876678" lvl="7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5486263" lvl="8" indent="-45718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975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749831-960C-7507-12C6-D28F52158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238F7-B202-F147-FF77-737714CB9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CF5E9-E9B0-F3E1-B0DD-EF69953844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78AAA-0091-48C3-8083-70B073A2D013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1E5BC-FE43-DEF0-80CB-FCB7B7B1D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7AB01-AC26-B69B-237A-FBAA5BB46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09CF0-5927-473B-A60D-860C8C3BA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2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8" r:id="rId13"/>
    <p:sldLayoutId id="214748366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3600"/>
              <a:buFont typeface="Open Sans Light"/>
              <a:buNone/>
              <a:defRPr sz="36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879910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70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NULL"/><Relationship Id="rId5" Type="http://schemas.openxmlformats.org/officeDocument/2006/relationships/customXml" Target="../ink/ink1.xml"/><Relationship Id="rId4" Type="http://schemas.openxmlformats.org/officeDocument/2006/relationships/hyperlink" Target="https://en.wikipedia.org/wiki/Singular_value_decomposition#/media/File:Singular_value_decomposition_visualisation.sv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0.png"/><Relationship Id="rId4" Type="http://schemas.openxmlformats.org/officeDocument/2006/relationships/customXml" Target="../ink/ink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20.png"/><Relationship Id="rId4" Type="http://schemas.openxmlformats.org/officeDocument/2006/relationships/customXml" Target="../ink/ink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en.wikipedia.org/wiki/Singular_value_decomposition#/media/File:Singular_value_decomposition_visualisation.svg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0"/>
          <p:cNvCxnSpPr/>
          <p:nvPr/>
        </p:nvCxnSpPr>
        <p:spPr>
          <a:xfrm>
            <a:off x="2946400" y="4648200"/>
            <a:ext cx="73152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0"/>
          <p:cNvSpPr txBox="1"/>
          <p:nvPr/>
        </p:nvSpPr>
        <p:spPr>
          <a:xfrm>
            <a:off x="2450237" y="2132603"/>
            <a:ext cx="9458563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>
              <a:buClr>
                <a:schemeClr val="dk1"/>
              </a:buClr>
            </a:pPr>
            <a:r>
              <a:rPr lang="en-US" sz="32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Mathematical Foundations for ML (10-606):</a:t>
            </a:r>
            <a:endParaRPr sz="32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>
              <a:lnSpc>
                <a:spcPct val="115000"/>
              </a:lnSpc>
              <a:spcBef>
                <a:spcPts val="667"/>
              </a:spcBef>
            </a:pPr>
            <a:r>
              <a:rPr lang="en-US" sz="52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Singular values and low-rank matrices </a:t>
            </a:r>
            <a:endParaRPr sz="52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/>
            <a:endParaRPr sz="5333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2450237" y="5127498"/>
            <a:ext cx="701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/>
            <a:r>
              <a:rPr lang="en-US" sz="213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609600" y="482600"/>
            <a:ext cx="10972800" cy="812800"/>
          </a:xfrm>
          <a:prstGeom prst="rect">
            <a:avLst/>
          </a:prstGeom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r>
              <a:rPr lang="en-US" dirty="0"/>
              <a:t>Announcements</a:t>
            </a:r>
            <a:endParaRPr dirty="0"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72000"/>
          </a:xfrm>
          <a:prstGeom prst="rect">
            <a:avLst/>
          </a:prstGeom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indent="-423323">
              <a:buChar char="●"/>
            </a:pPr>
            <a:r>
              <a:rPr lang="en-US" dirty="0"/>
              <a:t>Quiz 1: grades released on Canvas, graded quizzes available for pickup</a:t>
            </a:r>
          </a:p>
          <a:p>
            <a:pPr indent="-423323">
              <a:buChar char="●"/>
            </a:pPr>
            <a:r>
              <a:rPr lang="en-US" dirty="0"/>
              <a:t>Mean grade: approx. 84%. Median: approx. 82%</a:t>
            </a:r>
          </a:p>
          <a:p>
            <a:pPr indent="-423323">
              <a:buChar char="●"/>
            </a:pPr>
            <a:endParaRPr lang="en-US" dirty="0"/>
          </a:p>
          <a:p>
            <a:pPr indent="-423323">
              <a:buChar char="●"/>
            </a:pPr>
            <a:endParaRPr lang="en-US" dirty="0"/>
          </a:p>
          <a:p>
            <a:pPr marL="186262" indent="0"/>
            <a:r>
              <a:rPr lang="en-US" dirty="0"/>
              <a:t>Quiz 2 in one week (next Wed). Covers material through today/HW 4. Not comprehensive (i.e., only material from HW 3-4)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0F08-3FB5-C960-382E-F8163F3B9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F4837-7D73-E2B2-E184-069A796E0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Singular value decomposition</a:t>
            </a:r>
          </a:p>
          <a:p>
            <a:r>
              <a:rPr lang="en-US" dirty="0"/>
              <a:t>Low-rank decompositions</a:t>
            </a:r>
          </a:p>
          <a:p>
            <a:r>
              <a:rPr lang="en-US" dirty="0"/>
              <a:t>Application to matrix factorization</a:t>
            </a:r>
          </a:p>
        </p:txBody>
      </p:sp>
    </p:spTree>
    <p:extLst>
      <p:ext uri="{BB962C8B-B14F-4D97-AF65-F5344CB8AC3E}">
        <p14:creationId xmlns:p14="http://schemas.microsoft.com/office/powerpoint/2010/main" val="2893331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B3344C9-D76D-6240-2FE0-761CDA099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8FAF526E-4AA9-4092-6739-BB9F905C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Starting point: the </a:t>
            </a:r>
            <a:r>
              <a:rPr lang="en-US" dirty="0" err="1"/>
              <a:t>eigendecomposition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368FDDDE-2DBF-98C0-7DD1-D4B848662496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36776"/>
                <a:ext cx="9142537" cy="47640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228600" indent="0"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Suppose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has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linearly independent eigenvectors</a:t>
                </a:r>
              </a:p>
              <a:p>
                <a:pPr marL="228600" indent="0"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228600" indent="0"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Earlier: interpreted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as writing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coordinate system given by eigenvectors and then scaling</a:t>
                </a:r>
              </a:p>
              <a:p>
                <a:pPr marL="228600" indent="0"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228600" indent="0"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368FDDDE-2DBF-98C0-7DD1-D4B84866249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6776"/>
                <a:ext cx="9142537" cy="47640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37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EFE7937-B27D-DADC-6891-26533EB60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ECD86379-44BD-6586-BD05-3A6D053A3D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US" dirty="0"/>
              <a:t>Starting point: the </a:t>
            </a:r>
            <a:r>
              <a:rPr lang="en-US" dirty="0" err="1"/>
              <a:t>eigendecomposition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CBC291B3-E895-C940-7405-81986A92D829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36776"/>
                <a:ext cx="9142537" cy="47640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228600" indent="0"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Formally, 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has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linearly independent eigenvectors then it has an </a:t>
                </a:r>
                <a:r>
                  <a:rPr lang="en-US" i="1" dirty="0" err="1">
                    <a:solidFill>
                      <a:schemeClr val="tx1"/>
                    </a:solidFill>
                  </a:rPr>
                  <a:t>eigendecomposition</a:t>
                </a:r>
                <a:endParaRPr lang="en-US" i="1" dirty="0">
                  <a:solidFill>
                    <a:schemeClr val="tx1"/>
                  </a:solidFill>
                </a:endParaRPr>
              </a:p>
              <a:p>
                <a:pPr marL="228600" indent="0"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228600" indent="0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where</a:t>
                </a:r>
              </a:p>
              <a:p>
                <a:pPr marL="228600" indent="0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 matrix whose columns are eigenvectors</a:t>
                </a:r>
              </a:p>
              <a:p>
                <a:pPr marL="228600" indent="0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 diagonal matrix with entries being the eigenvalues</a:t>
                </a:r>
              </a:p>
            </p:txBody>
          </p:sp>
        </mc:Choice>
        <mc:Fallback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CBC291B3-E895-C940-7405-81986A92D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6776"/>
                <a:ext cx="9142537" cy="4764024"/>
              </a:xfrm>
              <a:prstGeom prst="rect">
                <a:avLst/>
              </a:prstGeom>
              <a:blipFill>
                <a:blip r:embed="rId3"/>
                <a:stretch>
                  <a:fillRect r="-22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9210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F532CC6-E948-3359-7BDC-DA201DCF4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6ABA85DB-04AE-923B-90E0-7985CB7F1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US" dirty="0"/>
              <a:t>Starting point: the </a:t>
            </a:r>
            <a:r>
              <a:rPr lang="en-US" dirty="0" err="1"/>
              <a:t>eigendecomposition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EEA56544-C3E0-304A-FE91-5EB339AEACB0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36776"/>
                <a:ext cx="9142537" cy="47640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228600" indent="0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where</a:t>
                </a:r>
              </a:p>
              <a:p>
                <a:pPr marL="228600" indent="0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 matrix whose columns are eigenvectors</a:t>
                </a:r>
              </a:p>
              <a:p>
                <a:pPr marL="228600" indent="0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 diagonal matrix with entries being the eigenvalues</a:t>
                </a:r>
              </a:p>
              <a:p>
                <a:pPr marL="228600" indent="0"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Now, let’s do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228600" indent="0"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EEA56544-C3E0-304A-FE91-5EB339AEACB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6776"/>
                <a:ext cx="9142537" cy="47640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AA66191-B69B-6593-517C-BBE1120AE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107" y="3934279"/>
            <a:ext cx="2806700" cy="469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810943-C10F-55A0-D4D3-AD3A699B3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4606017"/>
            <a:ext cx="44450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8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047B2C3-E006-1E06-9400-C2EEDBD9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07A57241-641E-CCC7-02D2-31DBD8B6D3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Singular Value Decomposition</a:t>
            </a:r>
            <a:endParaRPr dirty="0"/>
          </a:p>
        </p:txBody>
      </p:sp>
      <p:sp>
        <p:nvSpPr>
          <p:cNvPr id="3" name="Google Shape;97;p7">
            <a:extLst>
              <a:ext uri="{FF2B5EF4-FFF2-40B4-BE49-F238E27FC236}">
                <a16:creationId xmlns:a16="http://schemas.microsoft.com/office/drawing/2014/main" id="{4168706D-B8B0-AC11-BF0E-C3C92AC34C8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246063" y="1636776"/>
            <a:ext cx="9142537" cy="47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228600" indent="0"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</a:rPr>
              <a:t>So far, we have talked about a lot of concepts that are only defined for square matrices, like inverses, eigenvectors, and eigenvalues. </a:t>
            </a:r>
            <a:r>
              <a:rPr lang="en-US" dirty="0" err="1">
                <a:solidFill>
                  <a:schemeClr val="tx1"/>
                </a:solidFill>
              </a:rPr>
              <a:t>Eigendecompositions</a:t>
            </a:r>
            <a:r>
              <a:rPr lang="en-US" dirty="0">
                <a:solidFill>
                  <a:schemeClr val="tx1"/>
                </a:solidFill>
              </a:rPr>
              <a:t> only apply for an even more special subset. </a:t>
            </a:r>
          </a:p>
          <a:p>
            <a:pPr marL="228600" indent="0"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</a:rPr>
              <a:t>Do these concepts have generalizations for non-square matrices?</a:t>
            </a:r>
          </a:p>
          <a:p>
            <a:pPr marL="228600" indent="0">
              <a:lnSpc>
                <a:spcPct val="13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28600" indent="0">
              <a:lnSpc>
                <a:spcPct val="130000"/>
              </a:lnSpc>
            </a:pPr>
            <a:r>
              <a:rPr lang="en-US" dirty="0">
                <a:solidFill>
                  <a:schemeClr val="tx1"/>
                </a:solidFill>
              </a:rPr>
              <a:t>Yes!</a:t>
            </a:r>
          </a:p>
        </p:txBody>
      </p:sp>
    </p:spTree>
    <p:extLst>
      <p:ext uri="{BB962C8B-B14F-4D97-AF65-F5344CB8AC3E}">
        <p14:creationId xmlns:p14="http://schemas.microsoft.com/office/powerpoint/2010/main" val="1106496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Singular Value Decomposition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36776"/>
                <a:ext cx="10140394" cy="47640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228600" indent="0">
                  <a:lnSpc>
                    <a:spcPct val="13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Given any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we can always express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as the product of three matrices:</a:t>
                </a:r>
              </a:p>
              <a:p>
                <a:pPr marL="228600" indent="0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marL="685800" lvl="1" indent="0">
                  <a:lnSpc>
                    <a:spcPct val="130000"/>
                  </a:lnSpc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where </a:t>
                </a:r>
              </a:p>
              <a:p>
                <a:pPr marL="1143000" lvl="1" indent="-45720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 </a:t>
                </a:r>
                <a:r>
                  <a:rPr lang="en-US" i="1" dirty="0">
                    <a:solidFill>
                      <a:schemeClr val="tx1"/>
                    </a:solidFill>
                  </a:rPr>
                  <a:t>unitary</a:t>
                </a:r>
                <a:r>
                  <a:rPr lang="en-US" dirty="0">
                    <a:solidFill>
                      <a:schemeClr val="tx1"/>
                    </a:solidFill>
                  </a:rPr>
                  <a:t> matrix: its inverse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Columns of U are the left singular vectors.</a:t>
                </a:r>
              </a:p>
              <a:p>
                <a:pPr marL="1143000" lvl="1" indent="-45720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b="0" dirty="0">
                    <a:solidFill>
                      <a:schemeClr val="accent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 </a:t>
                </a:r>
                <a:r>
                  <a:rPr lang="en-US" i="1" dirty="0">
                    <a:solidFill>
                      <a:schemeClr val="tx1"/>
                    </a:solidFill>
                  </a:rPr>
                  <a:t>rectangular diagonal </a:t>
                </a:r>
                <a:r>
                  <a:rPr lang="en-US" dirty="0">
                    <a:solidFill>
                      <a:schemeClr val="tx1"/>
                    </a:solidFill>
                  </a:rPr>
                  <a:t>matrix. The diagonal entries are called the </a:t>
                </a:r>
                <a:r>
                  <a:rPr lang="en-US" i="1" dirty="0">
                    <a:solidFill>
                      <a:schemeClr val="tx1"/>
                    </a:solidFill>
                  </a:rPr>
                  <a:t>singular values</a:t>
                </a:r>
                <a:r>
                  <a:rPr lang="en-US" dirty="0">
                    <a:solidFill>
                      <a:schemeClr val="tx1"/>
                    </a:solidFill>
                  </a:rPr>
                  <a:t> of A. </a:t>
                </a:r>
              </a:p>
              <a:p>
                <a:pPr marL="1143000" lvl="1" indent="-457200">
                  <a:lnSpc>
                    <a:spcPct val="130000"/>
                  </a:lnSpc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also a </a:t>
                </a:r>
                <a:r>
                  <a:rPr lang="en-US" i="1" dirty="0">
                    <a:solidFill>
                      <a:schemeClr val="tx1"/>
                    </a:solidFill>
                  </a:rPr>
                  <a:t>unitary</a:t>
                </a:r>
                <a:r>
                  <a:rPr lang="en-US" dirty="0">
                    <a:solidFill>
                      <a:schemeClr val="tx1"/>
                    </a:solidFill>
                  </a:rPr>
                  <a:t> matrix. Columns of V are the right singular vectors</a:t>
                </a:r>
              </a:p>
            </p:txBody>
          </p:sp>
        </mc:Choice>
        <mc:Fallback xmlns="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6776"/>
                <a:ext cx="10140394" cy="4764024"/>
              </a:xfrm>
              <a:prstGeom prst="rect">
                <a:avLst/>
              </a:prstGeom>
              <a:blipFill>
                <a:blip r:embed="rId3"/>
                <a:stretch>
                  <a:fillRect r="-1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Singular Value Decomposition Pictorially</a:t>
            </a:r>
            <a:endParaRPr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63BF2E71-D338-6660-C95E-D2928F8355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150"/>
          <a:stretch/>
        </p:blipFill>
        <p:spPr bwMode="auto">
          <a:xfrm>
            <a:off x="1246062" y="2419594"/>
            <a:ext cx="4572000" cy="201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FD060C03-3F96-0DB8-69FC-E4EFB720F5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36"/>
          <a:stretch/>
        </p:blipFill>
        <p:spPr bwMode="auto">
          <a:xfrm>
            <a:off x="6096000" y="1779157"/>
            <a:ext cx="4572000" cy="3299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0608F2-4C4A-85C7-B34C-0B3B7A8BE1CC}"/>
              </a:ext>
            </a:extLst>
          </p:cNvPr>
          <p:cNvSpPr txBox="1"/>
          <p:nvPr/>
        </p:nvSpPr>
        <p:spPr>
          <a:xfrm>
            <a:off x="1478164" y="3561990"/>
            <a:ext cx="543140" cy="55399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CFDC9E-6D5C-457A-CBB3-99E00B8368CF}"/>
              </a:ext>
            </a:extLst>
          </p:cNvPr>
          <p:cNvSpPr txBox="1"/>
          <p:nvPr/>
        </p:nvSpPr>
        <p:spPr>
          <a:xfrm>
            <a:off x="5424524" y="3568865"/>
            <a:ext cx="130629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FE6B37-D7F7-76F0-3967-63BEB47415AD}"/>
              </a:ext>
            </a:extLst>
          </p:cNvPr>
          <p:cNvSpPr txBox="1"/>
          <p:nvPr/>
        </p:nvSpPr>
        <p:spPr>
          <a:xfrm>
            <a:off x="8382000" y="2923743"/>
            <a:ext cx="130629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209990-C970-CAE8-0E12-85396B1EE073}"/>
              </a:ext>
            </a:extLst>
          </p:cNvPr>
          <p:cNvSpPr txBox="1"/>
          <p:nvPr/>
        </p:nvSpPr>
        <p:spPr>
          <a:xfrm>
            <a:off x="8251371" y="4438406"/>
            <a:ext cx="130629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223B9A-7466-32BA-9C6C-D62E30DB669C}"/>
              </a:ext>
            </a:extLst>
          </p:cNvPr>
          <p:cNvSpPr txBox="1"/>
          <p:nvPr/>
        </p:nvSpPr>
        <p:spPr>
          <a:xfrm>
            <a:off x="1554939" y="6320447"/>
            <a:ext cx="90821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Source: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4"/>
              </a:rPr>
              <a:t>https://en.wikipedia.org/wiki/Singular_value_decomposition#/media/File:Singular_value_decomposition_visualisation.svg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278AA95-6812-77CF-7795-F68818E3ED9A}"/>
                  </a:ext>
                </a:extLst>
              </p14:cNvPr>
              <p14:cNvContentPartPr/>
              <p14:nvPr/>
            </p14:nvContentPartPr>
            <p14:xfrm>
              <a:off x="3817080" y="2392920"/>
              <a:ext cx="461160" cy="492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278AA95-6812-77CF-7795-F68818E3ED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07720" y="2383560"/>
                <a:ext cx="479880" cy="51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032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Singular Value Decomposition Example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36776"/>
                <a:ext cx="9142537" cy="47640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228600" indent="0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0.765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0.598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−0.241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0.265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−0.049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−0.963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−0.588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−0.800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−0.120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.756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2.211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0.994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0.109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0.109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.994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marL="228600" indent="0">
                  <a:lnSpc>
                    <a:spcPct val="130000"/>
                  </a:lnSpc>
                </a:pPr>
                <a:endParaRPr lang="en-US" dirty="0">
                  <a:solidFill>
                    <a:schemeClr val="accent1"/>
                  </a:solidFill>
                </a:endParaRPr>
              </a:p>
              <a:p>
                <a:pPr marL="228600" indent="0">
                  <a:lnSpc>
                    <a:spcPct val="130000"/>
                  </a:lnSpc>
                </a:pPr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6776"/>
                <a:ext cx="9142537" cy="47640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072C64D-0266-4EBE-AF35-96A00D630748}"/>
                  </a:ext>
                </a:extLst>
              </p14:cNvPr>
              <p14:cNvContentPartPr/>
              <p14:nvPr/>
            </p14:nvContentPartPr>
            <p14:xfrm>
              <a:off x="3697920" y="4200840"/>
              <a:ext cx="6759360" cy="2061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072C64D-0266-4EBE-AF35-96A00D6307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8560" y="4191480"/>
                <a:ext cx="6778080" cy="208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5685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2C9D16F-4D4C-5628-CE4F-9ABF97BBC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556" y="509815"/>
            <a:ext cx="4445000" cy="939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647F37-481A-8406-211F-3502C3F96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394" y="2060725"/>
            <a:ext cx="10033211" cy="325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630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86840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Singular Value Decomposition Interpretation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36776"/>
                <a:ext cx="9142537" cy="47640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5715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If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then</a:t>
                </a:r>
              </a:p>
              <a:p>
                <a:pPr marL="685800" lvl="1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5715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685800" lvl="1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571500"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576263" indent="-3460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The columns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the </a:t>
                </a:r>
                <a:r>
                  <a:rPr lang="en-US" i="1" dirty="0">
                    <a:solidFill>
                      <a:schemeClr val="tx1"/>
                    </a:solidFill>
                  </a:rPr>
                  <a:t>eigenvectors</a:t>
                </a:r>
                <a:r>
                  <a:rPr lang="en-US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576263" indent="-3460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576263" indent="-3460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The columns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the </a:t>
                </a:r>
                <a:r>
                  <a:rPr lang="en-US" i="1" dirty="0">
                    <a:solidFill>
                      <a:schemeClr val="tx1"/>
                    </a:solidFill>
                  </a:rPr>
                  <a:t>eigenvectors</a:t>
                </a:r>
                <a:r>
                  <a:rPr lang="en-US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576263" indent="-3460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576263" indent="-34607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The non-zero elements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the square roots of the non-zero </a:t>
                </a:r>
                <a:r>
                  <a:rPr lang="en-US" i="1" dirty="0">
                    <a:solidFill>
                      <a:schemeClr val="tx1"/>
                    </a:solidFill>
                  </a:rPr>
                  <a:t>eigenvalues</a:t>
                </a:r>
                <a:r>
                  <a:rPr lang="en-US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6776"/>
                <a:ext cx="9142537" cy="47640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547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9080303-9F8A-43EF-4C6E-439E9EB5E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8A2F179F-9C49-7F2B-FB98-A620AE8EFF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86840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Singular Value Decomposition Interpretation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6DB669BD-693E-FEC9-2BD0-F7DBFDED110F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36776"/>
                <a:ext cx="9142537" cy="47640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228600" indent="0">
                  <a:lnSpc>
                    <a:spcPct val="130000"/>
                  </a:lnSpc>
                </a:pPr>
                <a:r>
                  <a:rPr lang="en-US" dirty="0"/>
                  <a:t>Captures some of  the same properties that eigenvalues and eigenvectors do for square matrices:</a:t>
                </a:r>
              </a:p>
              <a:p>
                <a:pPr marL="228600" indent="0"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5715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Rank of a matrix is the number of nonzero singular values</a:t>
                </a:r>
              </a:p>
              <a:p>
                <a:pPr marL="685800" lvl="1" indent="0">
                  <a:lnSpc>
                    <a:spcPct val="130000"/>
                  </a:lnSpc>
                  <a:spcBef>
                    <a:spcPts val="1400"/>
                  </a:spcBef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Before: rank of square matrix is &lt;= number of nonzero eigenvalues</a:t>
                </a:r>
              </a:p>
              <a:p>
                <a:pPr marL="571500"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571500"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6858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err="1">
                    <a:solidFill>
                      <a:schemeClr val="tx1"/>
                    </a:solidFill>
                  </a:rPr>
                  <a:t>th</a:t>
                </a:r>
                <a:r>
                  <a:rPr lang="en-US" dirty="0">
                    <a:solidFill>
                      <a:schemeClr val="tx1"/>
                    </a:solidFill>
                  </a:rPr>
                  <a:t> left singular vector,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the corresponding right singular vector,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the singular value</a:t>
                </a:r>
              </a:p>
            </p:txBody>
          </p:sp>
        </mc:Choice>
        <mc:Fallback xmlns="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6DB669BD-693E-FEC9-2BD0-F7DBFDED110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6776"/>
                <a:ext cx="9142537" cy="4764024"/>
              </a:xfrm>
              <a:prstGeom prst="rect">
                <a:avLst/>
              </a:prstGeom>
              <a:blipFill>
                <a:blip r:embed="rId3"/>
                <a:stretch>
                  <a:fillRect r="-15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5780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86840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Singular Value Decomposition Uses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/>
              </p:cNvSpPr>
              <p:nvPr>
                <p:ph type="body" idx="2"/>
              </p:nvPr>
            </p:nvSpPr>
            <p:spPr>
              <a:xfrm>
                <a:off x="1246063" y="1636776"/>
                <a:ext cx="9142537" cy="47640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700" tIns="45700" rIns="45700" bIns="45700" anchor="t" anchorCtr="0">
                <a:noAutofit/>
              </a:bodyPr>
              <a:lstStyle/>
              <a:p>
                <a:pPr marL="5715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If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then the </a:t>
                </a:r>
                <a:r>
                  <a:rPr lang="en-US" i="1" dirty="0">
                    <a:solidFill>
                      <a:schemeClr val="tx1"/>
                    </a:solidFill>
                  </a:rPr>
                  <a:t>pseudoinverse</a:t>
                </a:r>
                <a:r>
                  <a:rPr lang="en-US" dirty="0">
                    <a:solidFill>
                      <a:schemeClr val="tx1"/>
                    </a:solidFill>
                  </a:rPr>
                  <a:t> of 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</a:t>
                </a:r>
              </a:p>
              <a:p>
                <a:pPr marL="5715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685800" lvl="1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sSup>
                        <m:sSupPr>
                          <m:ctrl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685800" lvl="1" indent="0">
                  <a:lnSpc>
                    <a:spcPct val="130000"/>
                  </a:lnSpc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created by replacing every non-zero entry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with its reciprocal, e.g., </a:t>
                </a:r>
              </a:p>
              <a:p>
                <a:pPr marL="685800" lvl="1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0.1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.5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571500">
                  <a:lnSpc>
                    <a:spcPct val="130000"/>
                  </a:lnSpc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685800" indent="-3429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The pseudoinverse of a matrix can be used to solve problems of the form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when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singular i.e., when the inverse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does not exist!</a:t>
                </a:r>
              </a:p>
            </p:txBody>
          </p:sp>
        </mc:Choice>
        <mc:Fallback xmlns="">
          <p:sp>
            <p:nvSpPr>
              <p:cNvPr id="3" name="Google Shape;97;p7">
                <a:extLst>
                  <a:ext uri="{FF2B5EF4-FFF2-40B4-BE49-F238E27FC236}">
                    <a16:creationId xmlns:a16="http://schemas.microsoft.com/office/drawing/2014/main" id="{2C2CEAAF-2DAF-0AFE-6E28-303D0127107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1636776"/>
                <a:ext cx="9142537" cy="4764024"/>
              </a:xfrm>
              <a:prstGeom prst="rect">
                <a:avLst/>
              </a:prstGeom>
              <a:blipFill>
                <a:blip r:embed="rId3"/>
                <a:stretch>
                  <a:fillRect r="-19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AD0E216D-BE49-52E2-A99F-952410278022}"/>
              </a:ext>
            </a:extLst>
          </p:cNvPr>
          <p:cNvSpPr/>
          <p:nvPr/>
        </p:nvSpPr>
        <p:spPr>
          <a:xfrm>
            <a:off x="3580327" y="3940935"/>
            <a:ext cx="5100034" cy="1030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D6582B-3FF2-0F1F-A6BA-C485DE4DCBF1}"/>
                  </a:ext>
                </a:extLst>
              </p14:cNvPr>
              <p14:cNvContentPartPr/>
              <p14:nvPr/>
            </p14:nvContentPartPr>
            <p14:xfrm>
              <a:off x="2916000" y="3745080"/>
              <a:ext cx="6500160" cy="2616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D6582B-3FF2-0F1F-A6BA-C485DE4DCB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6640" y="3735720"/>
                <a:ext cx="6518880" cy="26348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21116554-9166-A3CB-3AF3-F1581BBDBF0E}"/>
              </a:ext>
            </a:extLst>
          </p:cNvPr>
          <p:cNvSpPr/>
          <p:nvPr/>
        </p:nvSpPr>
        <p:spPr>
          <a:xfrm>
            <a:off x="1576552" y="4876800"/>
            <a:ext cx="9270124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6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3F8250-2DFC-22E6-076C-76927D5DD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Pseudo-inverse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B21A0C5-D924-C952-7D00-D419E5055254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The pseudoinverse of a matrix can be used to solve problems of the form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when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singular i.e., when the inverse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does not exist!</a:t>
                </a:r>
              </a:p>
              <a:p>
                <a:endParaRPr lang="en-US" dirty="0"/>
              </a:p>
              <a:p>
                <a:r>
                  <a:rPr lang="en-US" dirty="0"/>
                  <a:t>…but SVD is not magic. If Ax = b is infeasible,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won’t work</a:t>
                </a:r>
              </a:p>
              <a:p>
                <a:endParaRPr lang="en-US" dirty="0"/>
              </a:p>
              <a:p>
                <a:r>
                  <a:rPr lang="en-US" dirty="0"/>
                  <a:t>Instead, if gives a “best-fit” solution: least-squares, </a:t>
                </a:r>
                <a:r>
                  <a:rPr lang="en-US" dirty="0" err="1"/>
                  <a:t>ie</a:t>
                </a:r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B21A0C5-D924-C952-7D00-D419E50552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62028-8C90-F1A6-5D39-F1F0338DC26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5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BE3D3-A39F-F958-5CA9-A12D2AD5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4EDEA6-52AB-5DFF-977E-C1C84C5A0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Low-rank matrices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F9B30-52C2-DA95-E78C-90880A648C1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So far, focused on nice properties of full-rank matrices: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Inverses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US" dirty="0"/>
              <a:t>Unique solutions of linear systems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228600" indent="0"/>
            <a:r>
              <a:rPr lang="en-US" dirty="0"/>
              <a:t>But a lot of the time in machine learning, we hope that matrices aren’t full rank!</a:t>
            </a:r>
          </a:p>
          <a:p>
            <a:pPr marL="228600" indent="0"/>
            <a:endParaRPr lang="en-US" dirty="0"/>
          </a:p>
          <a:p>
            <a:pPr marL="228600" indent="0"/>
            <a:r>
              <a:rPr lang="en-US" dirty="0"/>
              <a:t>Recall: recommendation systems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70DA34-2B9C-4B5E-37EF-083E298A420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94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>
            <a:spLocks noGrp="1"/>
          </p:cNvSpPr>
          <p:nvPr>
            <p:ph type="title"/>
          </p:nvPr>
        </p:nvSpPr>
        <p:spPr>
          <a:xfrm>
            <a:off x="609600" y="482600"/>
            <a:ext cx="10972800" cy="812800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2667" dirty="0"/>
              <a:t>Why Math for ML (10-606)? Recommendation systems</a:t>
            </a:r>
            <a:endParaRPr sz="2667" dirty="0"/>
          </a:p>
        </p:txBody>
      </p:sp>
      <p:sp>
        <p:nvSpPr>
          <p:cNvPr id="219" name="Google Shape;219;p3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72000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indent="0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7AE29-6B97-5F0E-4FEB-94B976680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07" y="1522491"/>
            <a:ext cx="7853963" cy="47274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2294FB-9CD8-E8CA-7686-8F00E2D9D1F0}"/>
              </a:ext>
            </a:extLst>
          </p:cNvPr>
          <p:cNvSpPr txBox="1"/>
          <p:nvPr/>
        </p:nvSpPr>
        <p:spPr>
          <a:xfrm>
            <a:off x="620684" y="6172200"/>
            <a:ext cx="79081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developers.google.com</a:t>
            </a:r>
            <a:r>
              <a:rPr lang="en-US" sz="1400" dirty="0"/>
              <a:t>/machine-learning/recommendation/collaborative/basics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17FA47FA-B5A8-3A80-C276-7A72B74E0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>
            <a:extLst>
              <a:ext uri="{FF2B5EF4-FFF2-40B4-BE49-F238E27FC236}">
                <a16:creationId xmlns:a16="http://schemas.microsoft.com/office/drawing/2014/main" id="{5B5F4C3F-8131-FE0C-5C62-7C740014C9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82600"/>
            <a:ext cx="10972800" cy="812800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2667" dirty="0"/>
              <a:t>Why Math for ML (10-606)? Recommendation systems</a:t>
            </a:r>
            <a:endParaRPr sz="2667" dirty="0"/>
          </a:p>
        </p:txBody>
      </p:sp>
      <p:sp>
        <p:nvSpPr>
          <p:cNvPr id="219" name="Google Shape;219;p31">
            <a:extLst>
              <a:ext uri="{FF2B5EF4-FFF2-40B4-BE49-F238E27FC236}">
                <a16:creationId xmlns:a16="http://schemas.microsoft.com/office/drawing/2014/main" id="{D0CBC87B-0F51-09A9-83AA-E8BE5452BC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72000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indent="0"/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79396A-2E09-B985-3066-2BE3E7F3E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" y="1295401"/>
            <a:ext cx="9483836" cy="480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51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06D1A695-15B4-ADF2-1E92-D04B9E84B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>
            <a:extLst>
              <a:ext uri="{FF2B5EF4-FFF2-40B4-BE49-F238E27FC236}">
                <a16:creationId xmlns:a16="http://schemas.microsoft.com/office/drawing/2014/main" id="{EEF3D7BA-94F7-F449-3D7A-35C4B0A731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82600"/>
            <a:ext cx="10972800" cy="812800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2667" dirty="0"/>
              <a:t>Why Math for ML (10-606)? Recommendation systems</a:t>
            </a:r>
            <a:endParaRPr sz="2667" dirty="0"/>
          </a:p>
        </p:txBody>
      </p:sp>
      <p:sp>
        <p:nvSpPr>
          <p:cNvPr id="219" name="Google Shape;219;p31">
            <a:extLst>
              <a:ext uri="{FF2B5EF4-FFF2-40B4-BE49-F238E27FC236}">
                <a16:creationId xmlns:a16="http://schemas.microsoft.com/office/drawing/2014/main" id="{D2731625-1125-556C-515D-A64228EE68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057478" y="1600200"/>
            <a:ext cx="3524922" cy="4572000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indent="0"/>
            <a:r>
              <a:rPr lang="en-US" dirty="0"/>
              <a:t>Today: show that 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(1) This structure corresponds to a low-rank ratings matrix.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(2) The singular value decomposition can be used to find the best low-rank approximation of a matrix.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1+2 = recommendation systems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5C9FB9-97D2-6CCF-EC72-815DFD435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92" y="1291129"/>
            <a:ext cx="7747461" cy="508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431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64848-AC9E-B84F-42D8-6D2F9FB96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B66562-BF40-B55E-DCDC-D4F0015C7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Low-rank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AFEF068-B20D-916E-A70A-41392BF28D2C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r>
                  <a:rPr lang="en-US" dirty="0"/>
                  <a:t>We’ll get there with an equivalent definition of the rank of a matrix</a:t>
                </a:r>
              </a:p>
              <a:p>
                <a:endParaRPr lang="en-US" dirty="0"/>
              </a:p>
              <a:p>
                <a:r>
                  <a:rPr lang="en-US" dirty="0"/>
                  <a:t>Starting point: a rank 1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one that can be written as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for two vectors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AFEF068-B20D-916E-A70A-41392BF28D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6D7FA-C15A-C279-BB28-81579389C1E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C4297-FE44-4250-9A4C-3C503B840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063" y="4198440"/>
            <a:ext cx="7772400" cy="16668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D9B4B6-B8E9-A990-A40B-D26BE00366D0}"/>
              </a:ext>
            </a:extLst>
          </p:cNvPr>
          <p:cNvSpPr txBox="1"/>
          <p:nvPr/>
        </p:nvSpPr>
        <p:spPr>
          <a:xfrm>
            <a:off x="1780390" y="5870974"/>
            <a:ext cx="60995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Image: https://</a:t>
            </a:r>
            <a:r>
              <a:rPr lang="en-US" sz="1200" dirty="0" err="1"/>
              <a:t>web.stanford.edu</a:t>
            </a:r>
            <a:r>
              <a:rPr lang="en-US" sz="1200" dirty="0"/>
              <a:t>/class/cs168/l/l9.pdf</a:t>
            </a:r>
          </a:p>
        </p:txBody>
      </p:sp>
    </p:spTree>
    <p:extLst>
      <p:ext uri="{BB962C8B-B14F-4D97-AF65-F5344CB8AC3E}">
        <p14:creationId xmlns:p14="http://schemas.microsoft.com/office/powerpoint/2010/main" val="3418131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ADD63-A5FF-799E-BC0B-89CCB284B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9BB8C7-25C7-9485-8172-40A502E3C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Low-rank matrices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91E2B-89C1-76F0-2293-AE0BE3A442B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C4769-4581-BEDF-BBC7-1D7AFEF930D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07D21-47F9-4786-143E-8AF486705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63" y="2298984"/>
            <a:ext cx="7772400" cy="166689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7CFC3B-B150-6A81-2507-D4362CB91300}"/>
              </a:ext>
            </a:extLst>
          </p:cNvPr>
          <p:cNvCxnSpPr>
            <a:cxnSpLocks/>
          </p:cNvCxnSpPr>
          <p:nvPr/>
        </p:nvCxnSpPr>
        <p:spPr>
          <a:xfrm flipV="1">
            <a:off x="2194560" y="3429000"/>
            <a:ext cx="355002" cy="682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CED136-5BF0-DC0A-5E91-373DA001E305}"/>
              </a:ext>
            </a:extLst>
          </p:cNvPr>
          <p:cNvCxnSpPr>
            <a:cxnSpLocks/>
          </p:cNvCxnSpPr>
          <p:nvPr/>
        </p:nvCxnSpPr>
        <p:spPr>
          <a:xfrm flipH="1" flipV="1">
            <a:off x="2721685" y="3429000"/>
            <a:ext cx="279699" cy="682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E465AC-042F-B8CB-64D1-626D54F20B8E}"/>
                  </a:ext>
                </a:extLst>
              </p:cNvPr>
              <p:cNvSpPr txBox="1"/>
              <p:nvPr/>
            </p:nvSpPr>
            <p:spPr>
              <a:xfrm>
                <a:off x="892884" y="4172568"/>
                <a:ext cx="196865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: how much each user likes children’s movies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E465AC-042F-B8CB-64D1-626D54F20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84" y="4172568"/>
                <a:ext cx="1968650" cy="923330"/>
              </a:xfrm>
              <a:prstGeom prst="rect">
                <a:avLst/>
              </a:prstGeom>
              <a:blipFill>
                <a:blip r:embed="rId3"/>
                <a:stretch>
                  <a:fillRect l="-2564" t="-2703" r="-641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BED1AB-F50A-CA3C-3A58-53463E4FB3B5}"/>
                  </a:ext>
                </a:extLst>
              </p:cNvPr>
              <p:cNvSpPr txBox="1"/>
              <p:nvPr/>
            </p:nvSpPr>
            <p:spPr>
              <a:xfrm>
                <a:off x="2963732" y="4194034"/>
                <a:ext cx="196865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: whether each movie is more children or adult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BED1AB-F50A-CA3C-3A58-53463E4FB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732" y="4194034"/>
                <a:ext cx="1968650" cy="923330"/>
              </a:xfrm>
              <a:prstGeom prst="rect">
                <a:avLst/>
              </a:prstGeom>
              <a:blipFill>
                <a:blip r:embed="rId4"/>
                <a:stretch>
                  <a:fillRect l="-2564" t="-2740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C5E082-674D-8041-4736-E5B747536FB1}"/>
                  </a:ext>
                </a:extLst>
              </p:cNvPr>
              <p:cNvSpPr txBox="1"/>
              <p:nvPr/>
            </p:nvSpPr>
            <p:spPr>
              <a:xfrm>
                <a:off x="892884" y="5531623"/>
                <a:ext cx="6863380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rating of user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for movie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C5E082-674D-8041-4736-E5B747536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84" y="5531623"/>
                <a:ext cx="6863380" cy="391646"/>
              </a:xfrm>
              <a:prstGeom prst="rect">
                <a:avLst/>
              </a:prstGeom>
              <a:blipFill>
                <a:blip r:embed="rId5"/>
                <a:stretch>
                  <a:fillRect t="-9375"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2090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67A2-103F-603C-1F38-590652FF4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E0146A-E89D-5441-9A7F-91EDE7EAE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Low-rank matrices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A3494-65DA-8BB7-0D87-85E3E950696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A rank 2 matrix is just the sum of two rank-1 matrices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5AA736-3A70-53DD-3217-6375E9B3F17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9FF445-B78A-4D0D-BC71-3B63A6FBE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63" y="2851778"/>
            <a:ext cx="7772400" cy="143414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EEF793-AD43-87B1-2FB1-16A1EABC74C6}"/>
              </a:ext>
            </a:extLst>
          </p:cNvPr>
          <p:cNvCxnSpPr>
            <a:cxnSpLocks/>
          </p:cNvCxnSpPr>
          <p:nvPr/>
        </p:nvCxnSpPr>
        <p:spPr>
          <a:xfrm flipV="1">
            <a:off x="1780390" y="3801227"/>
            <a:ext cx="355002" cy="682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C5937BD-222D-8AB2-3129-9075DF9D315A}"/>
              </a:ext>
            </a:extLst>
          </p:cNvPr>
          <p:cNvSpPr txBox="1"/>
          <p:nvPr/>
        </p:nvSpPr>
        <p:spPr>
          <a:xfrm>
            <a:off x="784209" y="4610030"/>
            <a:ext cx="1968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Children vs adult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B97DED-90A1-E711-0AD6-EA55625B9C69}"/>
              </a:ext>
            </a:extLst>
          </p:cNvPr>
          <p:cNvCxnSpPr>
            <a:cxnSpLocks/>
          </p:cNvCxnSpPr>
          <p:nvPr/>
        </p:nvCxnSpPr>
        <p:spPr>
          <a:xfrm flipH="1" flipV="1">
            <a:off x="2952248" y="3854074"/>
            <a:ext cx="436411" cy="630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5C5A569-985B-8BBD-FB2B-BB6D868E3489}"/>
              </a:ext>
            </a:extLst>
          </p:cNvPr>
          <p:cNvSpPr txBox="1"/>
          <p:nvPr/>
        </p:nvSpPr>
        <p:spPr>
          <a:xfrm>
            <a:off x="2791749" y="4630207"/>
            <a:ext cx="2340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Adult vs blockbuster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8E63ED-EABF-4211-C193-2AE6FC46114D}"/>
              </a:ext>
            </a:extLst>
          </p:cNvPr>
          <p:cNvCxnSpPr>
            <a:cxnSpLocks/>
          </p:cNvCxnSpPr>
          <p:nvPr/>
        </p:nvCxnSpPr>
        <p:spPr>
          <a:xfrm flipV="1">
            <a:off x="6781799" y="4243342"/>
            <a:ext cx="0" cy="386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A903A64-76B9-C663-F860-B8DC0A9E901D}"/>
              </a:ext>
            </a:extLst>
          </p:cNvPr>
          <p:cNvSpPr txBox="1"/>
          <p:nvPr/>
        </p:nvSpPr>
        <p:spPr>
          <a:xfrm>
            <a:off x="5797474" y="4676373"/>
            <a:ext cx="196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characteristics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9DE359-E2E9-F589-C39D-ACA8CC9F0450}"/>
              </a:ext>
            </a:extLst>
          </p:cNvPr>
          <p:cNvSpPr txBox="1"/>
          <p:nvPr/>
        </p:nvSpPr>
        <p:spPr>
          <a:xfrm>
            <a:off x="8034138" y="4698269"/>
            <a:ext cx="196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Item characteristics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5840C24-6E93-2AAC-4703-F7B3C043EA82}"/>
              </a:ext>
            </a:extLst>
          </p:cNvPr>
          <p:cNvCxnSpPr>
            <a:cxnSpLocks/>
          </p:cNvCxnSpPr>
          <p:nvPr/>
        </p:nvCxnSpPr>
        <p:spPr>
          <a:xfrm flipH="1" flipV="1">
            <a:off x="8494058" y="4049909"/>
            <a:ext cx="256391" cy="434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423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135C-CC15-6FDC-1532-15974A436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72FCD6-ECA7-E699-1FE1-09B7FD3FE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Low-rank matrices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C7D800-820C-C3EB-E86D-792C111AB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524" y="1554529"/>
            <a:ext cx="7772400" cy="3746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181E563-2B56-F91D-D80B-44E8E88BACCA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1246063" y="5501861"/>
                <a:ext cx="9177403" cy="646112"/>
              </a:xfrm>
            </p:spPr>
            <p:txBody>
              <a:bodyPr>
                <a:normAutofit lnSpcReduction="10000"/>
              </a:bodyPr>
              <a:lstStyle/>
              <a:p>
                <a:pPr marL="228600" indent="0"/>
                <a:r>
                  <a:rPr lang="en-US" dirty="0"/>
                  <a:t>A rank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matrix is the sum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rank-one matrices, or equivalently the product of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matrix and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matrix!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181E563-2B56-F91D-D80B-44E8E88BAC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1246063" y="5501861"/>
                <a:ext cx="9177403" cy="646112"/>
              </a:xfrm>
              <a:blipFill>
                <a:blip r:embed="rId3"/>
                <a:stretch>
                  <a:fillRect t="-11538" r="-1519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278BED1-168B-8454-B880-912FE79542C9}"/>
              </a:ext>
            </a:extLst>
          </p:cNvPr>
          <p:cNvCxnSpPr>
            <a:cxnSpLocks/>
          </p:cNvCxnSpPr>
          <p:nvPr/>
        </p:nvCxnSpPr>
        <p:spPr>
          <a:xfrm flipV="1">
            <a:off x="6781799" y="4243342"/>
            <a:ext cx="0" cy="386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196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AD818-C165-8963-F523-BCD5C586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7B7A70-B22D-FCFA-FAC9-A0B345321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Low-rank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95B362-21E1-007C-2EB8-EFB0EC97ED6F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/>
              <a:lstStyle/>
              <a:p>
                <a:r>
                  <a:rPr lang="en-US" dirty="0"/>
                  <a:t>Full rank rating matrix: every user has a completely independent preference for every movie</a:t>
                </a:r>
              </a:p>
              <a:p>
                <a:endParaRPr lang="en-US" dirty="0"/>
              </a:p>
              <a:p>
                <a:r>
                  <a:rPr lang="en-US" dirty="0"/>
                  <a:t>Low-rank rating matrix: user preferences are explained by a smaller number of user and movie characteristics</a:t>
                </a:r>
              </a:p>
              <a:p>
                <a:endParaRPr lang="en-US" dirty="0"/>
              </a:p>
              <a:p>
                <a:r>
                  <a:rPr lang="en-US" dirty="0"/>
                  <a:t>Rank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: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different characteristics to reconstruct the full set of preferences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95B362-21E1-007C-2EB8-EFB0EC97ED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543C6-EBA7-EF66-2645-600EADB7E45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909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4870C-0201-5E01-BA2F-9A5EA1BFC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CA7618-6E19-E838-625B-A64E1BD17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Low-rank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9497AA-2663-BCB4-1B2A-6185A44D6CFD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What if a matrix isn’t </a:t>
                </a:r>
                <a:r>
                  <a:rPr lang="en-US" i="1" dirty="0"/>
                  <a:t>exactly</a:t>
                </a:r>
                <a:r>
                  <a:rPr lang="en-US" dirty="0"/>
                  <a:t> low-rank?</a:t>
                </a:r>
              </a:p>
              <a:p>
                <a:endParaRPr lang="en-US" dirty="0"/>
              </a:p>
              <a:p>
                <a:r>
                  <a:rPr lang="en-US" dirty="0"/>
                  <a:t>Typically, we want the best </a:t>
                </a:r>
                <a:r>
                  <a:rPr lang="en-US" b="1" i="1" dirty="0"/>
                  <a:t>low-rank approximation</a:t>
                </a:r>
                <a:r>
                  <a:rPr lang="en-US" dirty="0"/>
                  <a:t>: given a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1" dirty="0"/>
                  <a:t>, </a:t>
                </a:r>
                <a:r>
                  <a:rPr lang="en-US" dirty="0"/>
                  <a:t>the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with rank at most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which is “closest”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rank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dirty="0"/>
                  <a:t> is the “Frobenius norm”, aka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treating the matrix as a vector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99497AA-2663-BCB4-1B2A-6185A44D6C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t="-1261" r="-1105" b="-34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3ABFCD-7D8D-4145-EA2D-330CC22C031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01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93C31-C4DF-B76B-CB33-3F35E0A80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B4A64B-9BC4-269E-DAA2-9A1FFA881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Low-rank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E21245D-59CA-ABF4-F661-A28AB28818B5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Amazing fact: best low-rank approximation is just given by the SVD!</a:t>
                </a:r>
              </a:p>
              <a:p>
                <a:endParaRPr lang="en-US" dirty="0"/>
              </a:p>
              <a:p>
                <a:r>
                  <a:rPr lang="en-US" dirty="0"/>
                  <a:t>For a rank-k approximation: take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largest singular values, and the singular vectors corresponding to them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E21245D-59CA-ABF4-F661-A28AB2881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7989BB-2935-395A-7A42-644F0106BFE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78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C0085DD-CB46-098A-8486-B51409150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A0EAD564-FDF3-C3AE-6F4C-B4A7E9F6AE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46063" y="710027"/>
            <a:ext cx="91425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dirty="0"/>
              <a:t>Singular Value Decomposition Pictorially</a:t>
            </a:r>
            <a:endParaRPr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68AA88E-7663-6EBB-27AB-19053D9645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150"/>
          <a:stretch/>
        </p:blipFill>
        <p:spPr bwMode="auto">
          <a:xfrm>
            <a:off x="2866933" y="2358482"/>
            <a:ext cx="6458134" cy="2851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93258A-BDA5-CF2D-BC6E-4E4B2FCFB7D5}"/>
              </a:ext>
            </a:extLst>
          </p:cNvPr>
          <p:cNvSpPr txBox="1"/>
          <p:nvPr/>
        </p:nvSpPr>
        <p:spPr>
          <a:xfrm>
            <a:off x="2905628" y="4121840"/>
            <a:ext cx="1372612" cy="55399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151458-6194-17FC-F67E-C040DC872FAF}"/>
              </a:ext>
            </a:extLst>
          </p:cNvPr>
          <p:cNvSpPr txBox="1"/>
          <p:nvPr/>
        </p:nvSpPr>
        <p:spPr>
          <a:xfrm>
            <a:off x="1554939" y="6320447"/>
            <a:ext cx="90821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Source: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4"/>
              </a:rPr>
              <a:t>https://en.wikipedia.org/wiki/Singular_value_decomposition#/media/File:Singular_value_decomposition_visualisation.svg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4AEC97-E8AB-6698-8096-ED61333DCED1}"/>
              </a:ext>
            </a:extLst>
          </p:cNvPr>
          <p:cNvSpPr/>
          <p:nvPr/>
        </p:nvSpPr>
        <p:spPr>
          <a:xfrm>
            <a:off x="4701092" y="2358482"/>
            <a:ext cx="914400" cy="167563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D52BD0-D4C4-5C77-B902-E8479BA41D08}"/>
              </a:ext>
            </a:extLst>
          </p:cNvPr>
          <p:cNvSpPr/>
          <p:nvPr/>
        </p:nvSpPr>
        <p:spPr>
          <a:xfrm>
            <a:off x="6576510" y="2466451"/>
            <a:ext cx="914400" cy="80387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434CC7-8889-F043-B3A8-B55DCC62EF09}"/>
              </a:ext>
            </a:extLst>
          </p:cNvPr>
          <p:cNvSpPr/>
          <p:nvPr/>
        </p:nvSpPr>
        <p:spPr>
          <a:xfrm>
            <a:off x="7994727" y="2794363"/>
            <a:ext cx="1330339" cy="80387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09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391F1-A22E-1A15-AEE3-7F07BBEF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71DD8C-E03C-8EFE-F8C7-3CC08F279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SVD algorithm for matrix completion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5FA814A-3423-4C84-2305-E7760F331648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>
                <a:normAutofit/>
              </a:bodyPr>
              <a:lstStyle/>
              <a:p>
                <a:pPr marL="685800" indent="-457200">
                  <a:buAutoNum type="arabicParenBoth"/>
                </a:pPr>
                <a:r>
                  <a:rPr lang="en-US" dirty="0"/>
                  <a:t>Compute the SVD</a:t>
                </a:r>
              </a:p>
              <a:p>
                <a:pPr marL="685800" indent="-457200">
                  <a:buAutoNum type="arabicParenBoth"/>
                </a:pPr>
                <a:r>
                  <a:rPr lang="en-US" dirty="0"/>
                  <a:t>Sort the singular vectors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order of the singular values</a:t>
                </a:r>
              </a:p>
              <a:p>
                <a:pPr marL="685800" indent="-457200">
                  <a:buAutoNum type="arabicParenBoth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the first k columns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be the first k rows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have the first k rows and columns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n-US" dirty="0"/>
              </a:p>
              <a:p>
                <a:pPr marL="685800" indent="-457200">
                  <a:buAutoNum type="arabicParenBoth"/>
                </a:pPr>
                <a:r>
                  <a:rPr lang="en-US" dirty="0"/>
                  <a:t>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as the rank-k approximation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5FA814A-3423-4C84-2305-E7760F3316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t="-2101" r="-1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8C67E-0430-4FD4-8694-68BD2F666D3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92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54670-CEDB-B41B-6CC5-E0076CE8D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E20955-1C0F-95C1-4E58-99456D18E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SVD algorithm for matrix completion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AB4E7-A858-B08A-3EBE-DCB51D03B67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3487" y="2331257"/>
            <a:ext cx="6705557" cy="4155604"/>
          </a:xfrm>
        </p:spPr>
        <p:txBody>
          <a:bodyPr>
            <a:normAutofit/>
          </a:bodyPr>
          <a:lstStyle/>
          <a:p>
            <a:pPr marL="228600" indent="0"/>
            <a:r>
              <a:rPr lang="en-US" dirty="0"/>
              <a:t>A bit of history: many of these ideas were developed/popularized in a competition Netflix ran, promising a $1 million prize to the team that improved their recommender system by at least 10%</a:t>
            </a:r>
          </a:p>
          <a:p>
            <a:pPr marL="228600" indent="0"/>
            <a:endParaRPr lang="en-US" dirty="0"/>
          </a:p>
          <a:p>
            <a:pPr marL="228600" indent="0"/>
            <a:r>
              <a:rPr lang="en-US" dirty="0"/>
              <a:t>The top solutions all used SVD/matrix factorization (plus other tricks), and similar ideas are widely used today</a:t>
            </a:r>
          </a:p>
          <a:p>
            <a:pPr marL="228600" indent="0"/>
            <a:endParaRPr lang="en-US" dirty="0"/>
          </a:p>
          <a:p>
            <a:pPr marL="228600" indent="0"/>
            <a:r>
              <a:rPr lang="en-US" dirty="0"/>
              <a:t>In another couple weeks: introduce the algorithms to run these methods at Netflix scale!</a:t>
            </a:r>
          </a:p>
          <a:p>
            <a:pPr marL="228600" indent="0"/>
            <a:endParaRPr lang="en-US" dirty="0"/>
          </a:p>
          <a:p>
            <a:pPr marL="228600" indent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56FC3-965F-96CD-47D8-ACE42A956DE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What the Million-Dollar Netflix Prize Taught Me About Marketing | Vox">
            <a:extLst>
              <a:ext uri="{FF2B5EF4-FFF2-40B4-BE49-F238E27FC236}">
                <a16:creationId xmlns:a16="http://schemas.microsoft.com/office/drawing/2014/main" id="{2D08BB9A-C2AD-B114-BF28-824002656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773" y="2723187"/>
            <a:ext cx="4262014" cy="281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2135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1C564-F57D-AB5A-33E1-7E22B043E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B50415-6F85-393F-3355-B33D579B6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Low-rank updates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2303523-F33C-2230-36B6-69093DC36E09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>
                <a:normAutofit/>
              </a:bodyPr>
              <a:lstStyle/>
              <a:p>
                <a:pPr marL="228600" indent="0"/>
                <a:r>
                  <a:rPr lang="en-US" dirty="0"/>
                  <a:t>A final machine learning application of low-rank structure:</a:t>
                </a:r>
              </a:p>
              <a:p>
                <a:pPr marL="228600" indent="0"/>
                <a:endParaRPr lang="en-US" dirty="0"/>
              </a:p>
              <a:p>
                <a:pPr marL="228600" indent="0"/>
                <a:r>
                  <a:rPr lang="en-US" dirty="0"/>
                  <a:t>Machine learning models use matrices to store the </a:t>
                </a:r>
                <a:r>
                  <a:rPr lang="en-US" i="1" dirty="0"/>
                  <a:t>parameters</a:t>
                </a:r>
                <a:r>
                  <a:rPr lang="en-US" dirty="0"/>
                  <a:t> of the model</a:t>
                </a:r>
              </a:p>
              <a:p>
                <a:pPr marL="228600" indent="0"/>
                <a:endParaRPr lang="en-US" dirty="0"/>
              </a:p>
              <a:p>
                <a:pPr marL="228600" indent="0"/>
                <a:r>
                  <a:rPr lang="en-US" dirty="0"/>
                  <a:t>For a linear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, the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is the parameters</a:t>
                </a:r>
              </a:p>
              <a:p>
                <a:pPr marL="228600" indent="0"/>
                <a:endParaRPr lang="en-US" dirty="0"/>
              </a:p>
              <a:p>
                <a:pPr marL="228600" indent="0"/>
                <a:r>
                  <a:rPr lang="en-US" dirty="0"/>
                  <a:t>During training, we need to pick the parameters that lead to the best predictions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2303523-F33C-2230-36B6-69093DC36E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C6FCA-C28F-9AC5-D241-E1657CFB08B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63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3B541-D97F-E5FE-B6C5-291080FE4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1A6480-E68E-8389-A6DB-D9E293823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Low-rank updates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7805980-4A1A-ACBB-523A-2186D24DED7B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>
                <a:normAutofit/>
              </a:bodyPr>
              <a:lstStyle/>
              <a:p>
                <a:pPr marL="228600" indent="0"/>
                <a:r>
                  <a:rPr lang="en-US" dirty="0"/>
                  <a:t>But, modern machine learning models like large language models have many many parameters (millions, billions)</a:t>
                </a:r>
              </a:p>
              <a:p>
                <a:pPr marL="228600" indent="0"/>
                <a:endParaRPr lang="en-US" dirty="0"/>
              </a:p>
              <a:p>
                <a:pPr marL="228600" indent="0"/>
                <a:r>
                  <a:rPr lang="en-US" dirty="0"/>
                  <a:t>Their parameters are stored in a set of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228600" indent="0"/>
                <a:endParaRPr lang="en-US" dirty="0"/>
              </a:p>
              <a:p>
                <a:pPr marL="228600" indent="0"/>
                <a:r>
                  <a:rPr lang="en-US" dirty="0"/>
                  <a:t>We repeatedly multiply inputs by the weight matrices, applying nonlinear functions in between, to get the output</a:t>
                </a:r>
              </a:p>
              <a:p>
                <a:pPr marL="228600" indent="0"/>
                <a:endParaRPr lang="en-US" dirty="0"/>
              </a:p>
              <a:p>
                <a:pPr marL="228600" indent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7805980-4A1A-ACBB-523A-2186D24DED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t="-840" r="-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2FC51-2AA6-F210-49E9-88DE05EDF5E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731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3C56D-3FE4-12F4-D40A-00D7B861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128018-9362-7BCF-8816-AA0FB7EB8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Low-rank updates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D5EED0-FED2-7785-5901-A2AE6527F844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>
                <a:normAutofit/>
              </a:bodyPr>
              <a:lstStyle/>
              <a:p>
                <a:pPr marL="228600" indent="0"/>
                <a:r>
                  <a:rPr lang="en-US" dirty="0"/>
                  <a:t>Developers often start with a “pretrained model”, which just means a particular set of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dirty="0"/>
                  <a:t> that have already been tuned</a:t>
                </a:r>
              </a:p>
              <a:p>
                <a:pPr marL="228600" indent="0"/>
                <a:endParaRPr lang="en-US" dirty="0"/>
              </a:p>
              <a:p>
                <a:pPr marL="228600" indent="0"/>
                <a:r>
                  <a:rPr lang="en-US" dirty="0"/>
                  <a:t>Then, they update them to reduce error on their specific use case</a:t>
                </a:r>
              </a:p>
              <a:p>
                <a:pPr marL="228600" indent="0"/>
                <a:r>
                  <a:rPr lang="en-US" dirty="0"/>
                  <a:t>(How? Gradient descent, next week)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D5EED0-FED2-7785-5901-A2AE6527F8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A57C4-75DC-8893-C5CA-79B3D18FA8C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45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908D8-F614-7233-2B1D-75F021446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5E45D5-281A-8475-4AC6-A14B03C6B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Low-rank updates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40EF7-C2C5-1AA9-CED2-3109C2303D2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228600" indent="0"/>
            <a:r>
              <a:rPr lang="en-US" dirty="0"/>
              <a:t>But, modifying those billions of parameters directly is super computationally expensive…</a:t>
            </a:r>
          </a:p>
          <a:p>
            <a:pPr marL="228600" indent="0"/>
            <a:r>
              <a:rPr lang="en-US" dirty="0"/>
              <a:t>What if the </a:t>
            </a:r>
            <a:r>
              <a:rPr lang="en-US" i="1" dirty="0"/>
              <a:t>updates</a:t>
            </a:r>
            <a:r>
              <a:rPr lang="en-US" dirty="0"/>
              <a:t> to the parameters could be approximated as low rank?</a:t>
            </a:r>
          </a:p>
          <a:p>
            <a:pPr marL="228600" indent="0"/>
            <a:endParaRPr lang="en-US" dirty="0"/>
          </a:p>
          <a:p>
            <a:pPr marL="228600" indent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F62EB7-F791-9ECA-29A1-A126C460D79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A9D72C1-4A6F-555A-18C3-F528FF50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924" y="3429000"/>
            <a:ext cx="7129338" cy="299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4485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FC4B0-8952-AA48-D997-4A606BD6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71F32-5891-5E5D-3307-624351E38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Low-rank updates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443A2-F496-AA03-7E83-1C7F651A479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228600" indent="0"/>
            <a:r>
              <a:rPr lang="en-US" dirty="0"/>
              <a:t>This idea, called </a:t>
            </a:r>
            <a:r>
              <a:rPr lang="en-US" dirty="0" err="1"/>
              <a:t>LoRA</a:t>
            </a:r>
            <a:r>
              <a:rPr lang="en-US" dirty="0"/>
              <a:t> (Low Rank Adaptation) is now routinely used in finetuning LLMs and other large machine learning models!</a:t>
            </a:r>
          </a:p>
          <a:p>
            <a:pPr marL="228600" indent="0"/>
            <a:endParaRPr lang="en-US" dirty="0"/>
          </a:p>
          <a:p>
            <a:pPr marL="228600" indent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FC6CF-8913-8FF9-1403-8BE493E8134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8AD7ADC-E4A9-E3FC-2938-4B2C09561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924" y="3429000"/>
            <a:ext cx="7129338" cy="299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152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MU">
      <a:dk1>
        <a:srgbClr val="404040"/>
      </a:dk1>
      <a:lt1>
        <a:srgbClr val="FFFFFF"/>
      </a:lt1>
      <a:dk2>
        <a:srgbClr val="898989"/>
      </a:dk2>
      <a:lt2>
        <a:srgbClr val="BABABA"/>
      </a:lt2>
      <a:accent1>
        <a:srgbClr val="BB0000"/>
      </a:accent1>
      <a:accent2>
        <a:srgbClr val="404040"/>
      </a:accent2>
      <a:accent3>
        <a:srgbClr val="BABABA"/>
      </a:accent3>
      <a:accent4>
        <a:srgbClr val="00337F"/>
      </a:accent4>
      <a:accent5>
        <a:srgbClr val="AA6600"/>
      </a:accent5>
      <a:accent6>
        <a:srgbClr val="006677"/>
      </a:accent6>
      <a:hlink>
        <a:srgbClr val="00337F"/>
      </a:hlink>
      <a:folHlink>
        <a:srgbClr val="AA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24267</TotalTime>
  <Words>1479</Words>
  <Application>Microsoft Macintosh PowerPoint</Application>
  <PresentationFormat>Widescreen</PresentationFormat>
  <Paragraphs>189</Paragraphs>
  <Slides>34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Open Sans</vt:lpstr>
      <vt:lpstr>Open Sans Light</vt:lpstr>
      <vt:lpstr>Office Theme</vt:lpstr>
      <vt:lpstr>1_Office Theme</vt:lpstr>
      <vt:lpstr>PowerPoint Presentation</vt:lpstr>
      <vt:lpstr>Announcements</vt:lpstr>
      <vt:lpstr>Today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Math for ML (10-606)? Recommendation systems</vt:lpstr>
      <vt:lpstr>Why Math for ML (10-606)? Recommendation systems</vt:lpstr>
      <vt:lpstr>Why Math for ML (10-606)? Recommendation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Bryan Wilder</dc:creator>
  <cp:lastModifiedBy>Bryan Wilder</cp:lastModifiedBy>
  <cp:revision>53</cp:revision>
  <dcterms:created xsi:type="dcterms:W3CDTF">2023-08-17T15:55:30Z</dcterms:created>
  <dcterms:modified xsi:type="dcterms:W3CDTF">2026-09-15T20:15:46Z</dcterms:modified>
</cp:coreProperties>
</file>